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329" r:id="rId3"/>
    <p:sldId id="348" r:id="rId4"/>
    <p:sldId id="300" r:id="rId5"/>
    <p:sldId id="303" r:id="rId6"/>
    <p:sldId id="351" r:id="rId7"/>
    <p:sldId id="352" r:id="rId8"/>
    <p:sldId id="353" r:id="rId9"/>
    <p:sldId id="331" r:id="rId10"/>
    <p:sldId id="332" r:id="rId11"/>
    <p:sldId id="333" r:id="rId12"/>
    <p:sldId id="349" r:id="rId13"/>
    <p:sldId id="334" r:id="rId14"/>
    <p:sldId id="350" r:id="rId15"/>
    <p:sldId id="341" r:id="rId16"/>
    <p:sldId id="342" r:id="rId17"/>
    <p:sldId id="354" r:id="rId18"/>
    <p:sldId id="355" r:id="rId19"/>
    <p:sldId id="356" r:id="rId20"/>
    <p:sldId id="360" r:id="rId21"/>
    <p:sldId id="359" r:id="rId22"/>
    <p:sldId id="277" r:id="rId23"/>
    <p:sldId id="304" r:id="rId24"/>
    <p:sldId id="337" r:id="rId25"/>
    <p:sldId id="338" r:id="rId26"/>
    <p:sldId id="361" r:id="rId27"/>
    <p:sldId id="362" r:id="rId28"/>
    <p:sldId id="339" r:id="rId29"/>
    <p:sldId id="363" r:id="rId30"/>
    <p:sldId id="340" r:id="rId31"/>
    <p:sldId id="365" r:id="rId32"/>
    <p:sldId id="263" r:id="rId33"/>
    <p:sldId id="36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9" autoAdjust="0"/>
    <p:restoredTop sz="52542" autoAdjust="0"/>
  </p:normalViewPr>
  <p:slideViewPr>
    <p:cSldViewPr snapToGrid="0">
      <p:cViewPr varScale="1">
        <p:scale>
          <a:sx n="58" d="100"/>
          <a:sy n="58" d="100"/>
        </p:scale>
        <p:origin x="309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F43F9-27B1-4F47-8167-0C30ACF4DF3A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1CFEA-0FDA-4081-96E8-8A4CF310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70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Celem </a:t>
            </a:r>
            <a:r>
              <a:rPr lang="en-US" dirty="0" err="1"/>
              <a:t>wstepu</a:t>
            </a:r>
            <a:r>
              <a:rPr lang="en-US" dirty="0"/>
              <a:t> </a:t>
            </a:r>
            <a:r>
              <a:rPr lang="en-US" dirty="0" err="1"/>
              <a:t>jednym</a:t>
            </a:r>
            <a:r>
              <a:rPr lang="en-US" dirty="0"/>
              <a:t> z </a:t>
            </a:r>
            <a:r>
              <a:rPr lang="en-US" dirty="0" err="1"/>
              <a:t>moich</a:t>
            </a:r>
            <a:r>
              <a:rPr lang="en-US" dirty="0"/>
              <a:t> </a:t>
            </a:r>
            <a:r>
              <a:rPr lang="en-US" dirty="0" err="1"/>
              <a:t>celow</a:t>
            </a:r>
            <a:r>
              <a:rPr lang="en-US" dirty="0"/>
              <a:t> </a:t>
            </a:r>
            <a:r>
              <a:rPr lang="en-US" dirty="0" err="1"/>
              <a:t>bylo</a:t>
            </a:r>
            <a:r>
              <a:rPr lang="en-US" dirty="0"/>
              <a:t> </a:t>
            </a:r>
            <a:r>
              <a:rPr lang="en-US" dirty="0" err="1"/>
              <a:t>przygotownaie</a:t>
            </a:r>
            <a:r>
              <a:rPr lang="pl-PL" dirty="0"/>
              <a:t> skryptu migracyjnego grup </a:t>
            </a:r>
            <a:r>
              <a:rPr lang="pl-PL" dirty="0" err="1"/>
              <a:t>bps</a:t>
            </a:r>
            <a:r>
              <a:rPr lang="pl-PL" dirty="0"/>
              <a:t> oraz ich </a:t>
            </a:r>
            <a:r>
              <a:rPr lang="pl-PL" dirty="0" err="1"/>
              <a:t>czlonkow</a:t>
            </a:r>
            <a:r>
              <a:rPr lang="pl-PL" dirty="0"/>
              <a:t> ze środowiska A -&gt; B za pomocą skryptu </a:t>
            </a:r>
            <a:r>
              <a:rPr lang="pl-PL" dirty="0" err="1"/>
              <a:t>Powershell</a:t>
            </a:r>
            <a:r>
              <a:rPr lang="pl-PL" dirty="0"/>
              <a:t> </a:t>
            </a:r>
            <a:r>
              <a:rPr lang="pl-PL" dirty="0" err="1"/>
              <a:t>któr</a:t>
            </a:r>
            <a:r>
              <a:rPr lang="en-US" dirty="0"/>
              <a:t>y</a:t>
            </a:r>
            <a:r>
              <a:rPr lang="pl-PL" dirty="0"/>
              <a:t> używa metod public API.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68EA-4AFF-80E1-3766-D63798955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405CF12-60FB-E42F-DD5E-0FF1A0769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F4F020E-5124-1DD9-8F76-9225F46A9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effectLst/>
                <a:latin typeface="Times New Roman" panose="02020603050405020304" pitchFamily="18" charset="0"/>
              </a:rPr>
              <a:t>Skrypt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bazuje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na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dwoch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aplikacjach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api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srodowiska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zrodlowego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oraz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docelowego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Times New Roman" panose="02020603050405020304" pitchFamily="18" charset="0"/>
              </a:rPr>
              <a:t>W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zwiazku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z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tym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nalezy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w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pierwszej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kolejnosci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stowrzyc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aplikacje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z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dostepem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do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api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oraz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nadac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jej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uprawnienia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admin.readWrite.all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11863CB-05B0-367F-624B-D13328D70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3019-1910-964A-E363-18310E74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B69A9F9-2F3F-B4C3-9371-697E90EF8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E806FC1-BB4A-E03C-9F0C-06ECADD33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effectLst/>
                <a:latin typeface="Times New Roman" panose="02020603050405020304" pitchFamily="18" charset="0"/>
              </a:rPr>
              <a:t>Skrypt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bazuje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na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dwoch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aplikacjach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api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srodowiska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zrodlowego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oraz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docelowego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effectLst/>
                <a:latin typeface="Times New Roman" panose="02020603050405020304" pitchFamily="18" charset="0"/>
              </a:rPr>
              <a:t>W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zwiazku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z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tym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nalezy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w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pierwszej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kolejnosci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stowrzyc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aplikacje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z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dostepem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do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api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oraz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nadac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jej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uprawnienia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</a:rPr>
              <a:t>admin.readWrite.all</a:t>
            </a:r>
            <a:r>
              <a:rPr lang="en-US" sz="1200" dirty="0">
                <a:effectLst/>
                <a:latin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B4D2701-6B11-78E7-5684-241CFAB65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01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skrypcie</a:t>
            </a:r>
            <a:r>
              <a:rPr lang="en-US" dirty="0"/>
              <a:t> po </a:t>
            </a:r>
            <a:r>
              <a:rPr lang="en-US" dirty="0" err="1"/>
              <a:t>stworzeniu</a:t>
            </a:r>
            <a:r>
              <a:rPr lang="en-US" dirty="0"/>
              <a:t> </a:t>
            </a:r>
            <a:r>
              <a:rPr lang="en-US" dirty="0" err="1"/>
              <a:t>aplikacji</a:t>
            </a:r>
            <a:r>
              <a:rPr lang="en-US" dirty="0"/>
              <a:t> w </a:t>
            </a:r>
            <a:r>
              <a:rPr lang="en-US" dirty="0" err="1"/>
              <a:t>srodowisku</a:t>
            </a:r>
            <a:r>
              <a:rPr lang="en-US" dirty="0"/>
              <a:t> </a:t>
            </a:r>
            <a:r>
              <a:rPr lang="en-US" dirty="0" err="1"/>
              <a:t>zrodlowym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docelowym</a:t>
            </a:r>
            <a:r>
              <a:rPr lang="en-US" dirty="0"/>
              <a:t> </a:t>
            </a:r>
            <a:r>
              <a:rPr lang="en-US" dirty="0" err="1"/>
              <a:t>nalezy</a:t>
            </a:r>
            <a:r>
              <a:rPr lang="en-US" dirty="0"/>
              <a:t> </a:t>
            </a:r>
            <a:r>
              <a:rPr lang="en-US" dirty="0" err="1"/>
              <a:t>ustawic</a:t>
            </a:r>
            <a:r>
              <a:rPr lang="en-US" dirty="0"/>
              <a:t> </a:t>
            </a:r>
            <a:r>
              <a:rPr lang="en-US" dirty="0" err="1"/>
              <a:t>zmienne</a:t>
            </a:r>
            <a:r>
              <a:rPr lang="en-US" dirty="0"/>
              <a:t> </a:t>
            </a:r>
            <a:r>
              <a:rPr lang="en-US" dirty="0" err="1"/>
              <a:t>baseUrl</a:t>
            </a:r>
            <a:r>
              <a:rPr lang="en-US" dirty="0"/>
              <a:t> BaseURL1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ustawic</a:t>
            </a:r>
            <a:r>
              <a:rPr lang="en-US" dirty="0"/>
              <a:t> client secret client id w </a:t>
            </a:r>
            <a:r>
              <a:rPr lang="en-US" dirty="0" err="1"/>
              <a:t>nastepujacy</a:t>
            </a:r>
            <a:r>
              <a:rPr lang="en-US" dirty="0"/>
              <a:t> </a:t>
            </a:r>
            <a:r>
              <a:rPr lang="en-US" dirty="0" err="1"/>
              <a:t>sposob</a:t>
            </a:r>
            <a:endParaRPr lang="en-US" dirty="0"/>
          </a:p>
          <a:p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Zainstalowac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modul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Install-Module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Microsoft.PowerShell.SecretManagement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Install-Module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Microsoft.PowerShell.SecretStore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Register-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SecretVault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-Name 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MyVault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ModuleName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DefaultVault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 err="1"/>
              <a:t>Rejestruje</a:t>
            </a:r>
            <a:r>
              <a:rPr lang="en-US" b="1" dirty="0"/>
              <a:t> </a:t>
            </a:r>
            <a:r>
              <a:rPr lang="en-US" b="1" dirty="0" err="1"/>
              <a:t>nowy</a:t>
            </a:r>
            <a:r>
              <a:rPr lang="en-US" b="1" dirty="0"/>
              <a:t> </a:t>
            </a:r>
            <a:r>
              <a:rPr lang="en-US" b="1" dirty="0" err="1"/>
              <a:t>magazyn</a:t>
            </a:r>
            <a:r>
              <a:rPr lang="en-US" b="1" dirty="0"/>
              <a:t> </a:t>
            </a:r>
            <a:r>
              <a:rPr lang="en-US" b="1" dirty="0" err="1"/>
              <a:t>sekretów</a:t>
            </a:r>
            <a:r>
              <a:rPr lang="en-US" b="1" dirty="0"/>
              <a:t> (Secret Vault)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Tworzy</a:t>
            </a:r>
            <a:r>
              <a:rPr lang="en-US" dirty="0"/>
              <a:t> </a:t>
            </a:r>
            <a:r>
              <a:rPr lang="en-US" dirty="0" err="1"/>
              <a:t>wpis</a:t>
            </a:r>
            <a:r>
              <a:rPr lang="en-US" dirty="0"/>
              <a:t> w </a:t>
            </a:r>
            <a:r>
              <a:rPr lang="en-US" dirty="0" err="1"/>
              <a:t>konfiguracji</a:t>
            </a:r>
            <a:r>
              <a:rPr lang="en-US" dirty="0"/>
              <a:t> </a:t>
            </a:r>
            <a:r>
              <a:rPr lang="en-US" dirty="0" err="1"/>
              <a:t>modułu</a:t>
            </a:r>
            <a:r>
              <a:rPr lang="en-US" dirty="0"/>
              <a:t> </a:t>
            </a:r>
            <a:r>
              <a:rPr lang="en-US" b="1" dirty="0" err="1"/>
              <a:t>SecretManagement</a:t>
            </a:r>
            <a:r>
              <a:rPr lang="en-US" dirty="0"/>
              <a:t>, </a:t>
            </a:r>
            <a:r>
              <a:rPr lang="en-US" dirty="0" err="1"/>
              <a:t>który</a:t>
            </a:r>
            <a:r>
              <a:rPr lang="en-US" dirty="0"/>
              <a:t> </a:t>
            </a:r>
            <a:r>
              <a:rPr lang="en-US" dirty="0" err="1"/>
              <a:t>wskazuje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istnieje</a:t>
            </a:r>
            <a:r>
              <a:rPr lang="en-US" dirty="0"/>
              <a:t> </a:t>
            </a:r>
            <a:r>
              <a:rPr lang="en-US" dirty="0" err="1"/>
              <a:t>magazyn</a:t>
            </a:r>
            <a:r>
              <a:rPr lang="en-US" dirty="0"/>
              <a:t> o </a:t>
            </a:r>
            <a:r>
              <a:rPr lang="en-US" dirty="0" err="1"/>
              <a:t>nazwie</a:t>
            </a:r>
            <a:r>
              <a:rPr lang="en-US" dirty="0"/>
              <a:t> </a:t>
            </a:r>
            <a:r>
              <a:rPr lang="en-US" b="1" dirty="0" err="1"/>
              <a:t>MyVault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Ten </a:t>
            </a:r>
            <a:r>
              <a:rPr lang="en-US" dirty="0" err="1"/>
              <a:t>magazyn</a:t>
            </a:r>
            <a:r>
              <a:rPr lang="en-US" dirty="0"/>
              <a:t> </a:t>
            </a:r>
            <a:r>
              <a:rPr lang="en-US" dirty="0" err="1"/>
              <a:t>będzie</a:t>
            </a:r>
            <a:r>
              <a:rPr lang="en-US" dirty="0"/>
              <a:t> </a:t>
            </a:r>
            <a:r>
              <a:rPr lang="en-US" dirty="0" err="1"/>
              <a:t>obsługiwany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provider </a:t>
            </a:r>
            <a:r>
              <a:rPr lang="en-US" dirty="0" err="1"/>
              <a:t>Microsoft.PowerShell.SecretStore</a:t>
            </a:r>
            <a:r>
              <a:rPr lang="en-US" dirty="0"/>
              <a:t>.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Get-Secret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-Name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'CLIENT_SECRET'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AsPLainText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"https://bpsod.webcon.pl/5774“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$CLIENT_ID1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$CLIENT_SECRET1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"t/+AfYE="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$baseUrl1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"https://bpsod.webcon.pl/5775"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01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0F70-C6E4-614C-0504-EB52EFD9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F427A63-BC75-EF8A-E59E-17FA1B831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DF913F8-26B5-A158-2756-099691F1D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Install-Module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Microsoft.PowerShell.SecretManagement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Install-Module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Microsoft.PowerShell.SecretStore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Register-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SecretVault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-Name 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MyVault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ModuleName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DefaultVault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 err="1"/>
              <a:t>Rejestruje</a:t>
            </a:r>
            <a:r>
              <a:rPr lang="en-US" b="1" dirty="0"/>
              <a:t> </a:t>
            </a:r>
            <a:r>
              <a:rPr lang="en-US" b="1" dirty="0" err="1"/>
              <a:t>nowy</a:t>
            </a:r>
            <a:r>
              <a:rPr lang="en-US" b="1" dirty="0"/>
              <a:t> </a:t>
            </a:r>
            <a:r>
              <a:rPr lang="en-US" b="1" dirty="0" err="1"/>
              <a:t>magazyn</a:t>
            </a:r>
            <a:r>
              <a:rPr lang="en-US" b="1" dirty="0"/>
              <a:t> </a:t>
            </a:r>
            <a:r>
              <a:rPr lang="en-US" b="1" dirty="0" err="1"/>
              <a:t>sekretów</a:t>
            </a:r>
            <a:r>
              <a:rPr lang="en-US" b="1" dirty="0"/>
              <a:t> (Secret Vault)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Tworzy</a:t>
            </a:r>
            <a:r>
              <a:rPr lang="en-US" dirty="0"/>
              <a:t> </a:t>
            </a:r>
            <a:r>
              <a:rPr lang="en-US" dirty="0" err="1"/>
              <a:t>wpis</a:t>
            </a:r>
            <a:r>
              <a:rPr lang="en-US" dirty="0"/>
              <a:t> w </a:t>
            </a:r>
            <a:r>
              <a:rPr lang="en-US" dirty="0" err="1"/>
              <a:t>konfiguracji</a:t>
            </a:r>
            <a:r>
              <a:rPr lang="en-US" dirty="0"/>
              <a:t> </a:t>
            </a:r>
            <a:r>
              <a:rPr lang="en-US" dirty="0" err="1"/>
              <a:t>modułu</a:t>
            </a:r>
            <a:r>
              <a:rPr lang="en-US" dirty="0"/>
              <a:t> </a:t>
            </a:r>
            <a:r>
              <a:rPr lang="en-US" b="1" dirty="0" err="1"/>
              <a:t>SecretManagement</a:t>
            </a:r>
            <a:r>
              <a:rPr lang="en-US" dirty="0"/>
              <a:t>, </a:t>
            </a:r>
            <a:r>
              <a:rPr lang="en-US" dirty="0" err="1"/>
              <a:t>który</a:t>
            </a:r>
            <a:r>
              <a:rPr lang="en-US" dirty="0"/>
              <a:t> </a:t>
            </a:r>
            <a:r>
              <a:rPr lang="en-US" dirty="0" err="1"/>
              <a:t>wskazuje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istnieje</a:t>
            </a:r>
            <a:r>
              <a:rPr lang="en-US" dirty="0"/>
              <a:t> </a:t>
            </a:r>
            <a:r>
              <a:rPr lang="en-US" dirty="0" err="1"/>
              <a:t>magazyn</a:t>
            </a:r>
            <a:r>
              <a:rPr lang="en-US" dirty="0"/>
              <a:t> o </a:t>
            </a:r>
            <a:r>
              <a:rPr lang="en-US" dirty="0" err="1"/>
              <a:t>nazwie</a:t>
            </a:r>
            <a:r>
              <a:rPr lang="en-US" dirty="0"/>
              <a:t> </a:t>
            </a:r>
            <a:r>
              <a:rPr lang="en-US" b="1" dirty="0" err="1"/>
              <a:t>MyVault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Ten </a:t>
            </a:r>
            <a:r>
              <a:rPr lang="en-US" dirty="0" err="1"/>
              <a:t>magazyn</a:t>
            </a:r>
            <a:r>
              <a:rPr lang="en-US" dirty="0"/>
              <a:t> </a:t>
            </a:r>
            <a:r>
              <a:rPr lang="en-US" dirty="0" err="1"/>
              <a:t>będzie</a:t>
            </a:r>
            <a:r>
              <a:rPr lang="en-US" dirty="0"/>
              <a:t> </a:t>
            </a:r>
            <a:r>
              <a:rPr lang="en-US" dirty="0" err="1"/>
              <a:t>obsługiwany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provider </a:t>
            </a:r>
            <a:r>
              <a:rPr lang="en-US" dirty="0" err="1"/>
              <a:t>Microsoft.PowerShell.SecretStore</a:t>
            </a:r>
            <a:r>
              <a:rPr lang="en-US" dirty="0"/>
              <a:t>.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Get-Secret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-Name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'CLIENT_SECRET'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AsPLainText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"https://bpsod.webcon.pl/5774“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$CLIENT_ID1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$CLIENT_SECRET1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"t/+AfYE="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$baseUrl1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"https://bpsod.webcon.pl/5775"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E98E54C-A767-F861-CEC5-001CF26BC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52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F55AB-5CD3-A56C-7CBA-C78D222B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A00537B-DEE9-8699-E08D-C7E4898AC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AA1826D4-59EF-A54E-7AF5-C131F66E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Install-Module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Microsoft.PowerShell.SecretManagement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Install-Module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Microsoft.PowerShell.SecretStore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Register-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SecretVault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-Name 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MyVault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ModuleName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Microsoft.PowerShell.SecretStore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"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DefaultVault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1" dirty="0" err="1"/>
              <a:t>Rejestruje</a:t>
            </a:r>
            <a:r>
              <a:rPr lang="en-US" b="1" dirty="0"/>
              <a:t> </a:t>
            </a:r>
            <a:r>
              <a:rPr lang="en-US" b="1" dirty="0" err="1"/>
              <a:t>nowy</a:t>
            </a:r>
            <a:r>
              <a:rPr lang="en-US" b="1" dirty="0"/>
              <a:t> </a:t>
            </a:r>
            <a:r>
              <a:rPr lang="en-US" b="1" dirty="0" err="1"/>
              <a:t>magazyn</a:t>
            </a:r>
            <a:r>
              <a:rPr lang="en-US" b="1" dirty="0"/>
              <a:t> </a:t>
            </a:r>
            <a:r>
              <a:rPr lang="en-US" b="1" dirty="0" err="1"/>
              <a:t>sekretów</a:t>
            </a:r>
            <a:r>
              <a:rPr lang="en-US" b="1" dirty="0"/>
              <a:t> (Secret Vault)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Tworzy</a:t>
            </a:r>
            <a:r>
              <a:rPr lang="en-US" dirty="0"/>
              <a:t> </a:t>
            </a:r>
            <a:r>
              <a:rPr lang="en-US" dirty="0" err="1"/>
              <a:t>wpis</a:t>
            </a:r>
            <a:r>
              <a:rPr lang="en-US" dirty="0"/>
              <a:t> w </a:t>
            </a:r>
            <a:r>
              <a:rPr lang="en-US" dirty="0" err="1"/>
              <a:t>konfiguracji</a:t>
            </a:r>
            <a:r>
              <a:rPr lang="en-US" dirty="0"/>
              <a:t> </a:t>
            </a:r>
            <a:r>
              <a:rPr lang="en-US" dirty="0" err="1"/>
              <a:t>modułu</a:t>
            </a:r>
            <a:r>
              <a:rPr lang="en-US" dirty="0"/>
              <a:t> </a:t>
            </a:r>
            <a:r>
              <a:rPr lang="en-US" b="1" dirty="0" err="1"/>
              <a:t>SecretManagement</a:t>
            </a:r>
            <a:r>
              <a:rPr lang="en-US" dirty="0"/>
              <a:t>, </a:t>
            </a:r>
            <a:r>
              <a:rPr lang="en-US" dirty="0" err="1"/>
              <a:t>który</a:t>
            </a:r>
            <a:r>
              <a:rPr lang="en-US" dirty="0"/>
              <a:t> </a:t>
            </a:r>
            <a:r>
              <a:rPr lang="en-US" dirty="0" err="1"/>
              <a:t>wskazuje</a:t>
            </a:r>
            <a:r>
              <a:rPr lang="en-US" dirty="0"/>
              <a:t>, </a:t>
            </a:r>
            <a:r>
              <a:rPr lang="en-US" dirty="0" err="1"/>
              <a:t>że</a:t>
            </a:r>
            <a:r>
              <a:rPr lang="en-US" dirty="0"/>
              <a:t> </a:t>
            </a:r>
            <a:r>
              <a:rPr lang="en-US" dirty="0" err="1"/>
              <a:t>istnieje</a:t>
            </a:r>
            <a:r>
              <a:rPr lang="en-US" dirty="0"/>
              <a:t> </a:t>
            </a:r>
            <a:r>
              <a:rPr lang="en-US" dirty="0" err="1"/>
              <a:t>magazyn</a:t>
            </a:r>
            <a:r>
              <a:rPr lang="en-US" dirty="0"/>
              <a:t> o </a:t>
            </a:r>
            <a:r>
              <a:rPr lang="en-US" dirty="0" err="1"/>
              <a:t>nazwie</a:t>
            </a:r>
            <a:r>
              <a:rPr lang="en-US" dirty="0"/>
              <a:t> </a:t>
            </a:r>
            <a:r>
              <a:rPr lang="en-US" b="1" dirty="0" err="1"/>
              <a:t>MyVault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Ten </a:t>
            </a:r>
            <a:r>
              <a:rPr lang="en-US" dirty="0" err="1"/>
              <a:t>magazyn</a:t>
            </a:r>
            <a:r>
              <a:rPr lang="en-US" dirty="0"/>
              <a:t> </a:t>
            </a:r>
            <a:r>
              <a:rPr lang="en-US" dirty="0" err="1"/>
              <a:t>będzie</a:t>
            </a:r>
            <a:r>
              <a:rPr lang="en-US" dirty="0"/>
              <a:t> </a:t>
            </a:r>
            <a:r>
              <a:rPr lang="en-US" dirty="0" err="1"/>
              <a:t>obsługiwany</a:t>
            </a:r>
            <a:r>
              <a:rPr lang="en-US" dirty="0"/>
              <a:t> </a:t>
            </a:r>
            <a:r>
              <a:rPr lang="en-US" dirty="0" err="1"/>
              <a:t>przez</a:t>
            </a:r>
            <a:r>
              <a:rPr lang="en-US" dirty="0"/>
              <a:t> provider </a:t>
            </a:r>
            <a:r>
              <a:rPr lang="en-US" dirty="0" err="1"/>
              <a:t>Microsoft.PowerShell.SecretStore</a:t>
            </a:r>
            <a:r>
              <a:rPr lang="en-US" dirty="0"/>
              <a:t>.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Get-Secret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-Name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'CLIENT_SECRET'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AsPLainText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"https://bpsod.webcon.pl/5774“</a:t>
            </a: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$CLIENT_ID1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$CLIENT_SECRET1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"t/+AfYE="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$baseUrl1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"https://bpsod.webcon.pl/5775"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Testowalem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rowniez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zmienne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srodowiskaow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oraz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EECD645-1D7D-92EE-DC71-BF3335CC3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4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EA04-A2A9-9D4C-9DC2-A2DC813C0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FCE311F-716B-9C38-AC7E-476919849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57C5A5E-3782-126F-15C8-F3F97AB56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3139FFF-50DC-4E6E-9FB9-23CB49A28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94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C9DFF-8829-1C94-DBC7-D1DE73AE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F528571-C764-B752-E70A-9AF6BE9DB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BFF0874-AA37-8EE6-AC8A-8ED236B9C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skrypcie</a:t>
            </a:r>
            <a:r>
              <a:rPr lang="en-US" dirty="0"/>
              <a:t> </a:t>
            </a:r>
            <a:r>
              <a:rPr lang="en-US" dirty="0" err="1"/>
              <a:t>znajduje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</a:t>
            </a:r>
            <a:r>
              <a:rPr lang="en-US" dirty="0" err="1"/>
              <a:t>funkcja</a:t>
            </a:r>
            <a:r>
              <a:rPr lang="en-US" dirty="0"/>
              <a:t> </a:t>
            </a:r>
            <a:r>
              <a:rPr lang="en-US" dirty="0" err="1"/>
              <a:t>logujaca</a:t>
            </a:r>
            <a:r>
              <a:rPr lang="en-US" dirty="0"/>
              <a:t> </a:t>
            </a:r>
            <a:r>
              <a:rPr lang="en-US" dirty="0" err="1"/>
              <a:t>wszelkie</a:t>
            </a:r>
            <a:r>
              <a:rPr lang="en-US" dirty="0"/>
              <a:t> </a:t>
            </a:r>
            <a:r>
              <a:rPr lang="en-US" dirty="0" err="1"/>
              <a:t>operacej</a:t>
            </a:r>
            <a:r>
              <a:rPr lang="en-US" dirty="0"/>
              <a:t> ze </a:t>
            </a:r>
            <a:r>
              <a:rPr lang="en-US" dirty="0" err="1"/>
              <a:t>skryptu</a:t>
            </a:r>
            <a:r>
              <a:rPr lang="en-US" dirty="0"/>
              <a:t> do </a:t>
            </a:r>
            <a:r>
              <a:rPr lang="en-US" dirty="0" err="1"/>
              <a:t>pliku</a:t>
            </a:r>
            <a:r>
              <a:rPr lang="en-US" dirty="0"/>
              <a:t> log</a:t>
            </a:r>
            <a:r>
              <a:rPr lang="pl-PL" dirty="0"/>
              <a:t> który </a:t>
            </a:r>
            <a:r>
              <a:rPr lang="pl-PL" dirty="0" err="1"/>
              <a:t>tworzys</a:t>
            </a:r>
            <a:r>
              <a:rPr lang="pl-PL" dirty="0"/>
              <a:t> </a:t>
            </a:r>
            <a:r>
              <a:rPr lang="pl-PL" dirty="0" err="1"/>
              <a:t>ie</a:t>
            </a:r>
            <a:r>
              <a:rPr lang="pl-PL" dirty="0"/>
              <a:t> w katalogu </a:t>
            </a:r>
            <a:r>
              <a:rPr lang="pl-PL" dirty="0" err="1"/>
              <a:t>dzie</a:t>
            </a:r>
            <a:r>
              <a:rPr lang="pl-PL" dirty="0"/>
              <a:t> jest funkcja </a:t>
            </a:r>
            <a:r>
              <a:rPr lang="en-US" dirty="0"/>
              <a:t>.</a:t>
            </a:r>
          </a:p>
          <a:p>
            <a:r>
              <a:rPr lang="en-US" dirty="0" err="1"/>
              <a:t>Pliku</a:t>
            </a:r>
            <a:r>
              <a:rPr lang="en-US" dirty="0"/>
              <a:t> </a:t>
            </a:r>
            <a:r>
              <a:rPr lang="en-US" dirty="0" err="1"/>
              <a:t>nie</a:t>
            </a:r>
            <a:r>
              <a:rPr lang="en-US" dirty="0"/>
              <a:t> </a:t>
            </a:r>
            <a:r>
              <a:rPr lang="en-US" dirty="0" err="1"/>
              <a:t>trzeba</a:t>
            </a:r>
            <a:r>
              <a:rPr lang="en-US" dirty="0"/>
              <a:t> </a:t>
            </a:r>
            <a:r>
              <a:rPr lang="en-US" dirty="0" err="1"/>
              <a:t>tworzyc</a:t>
            </a:r>
            <a:r>
              <a:rPr lang="en-US" dirty="0"/>
              <a:t>.</a:t>
            </a:r>
            <a:endParaRPr lang="pl-PL" dirty="0"/>
          </a:p>
          <a:p>
            <a:r>
              <a:rPr lang="pl-PL" dirty="0"/>
              <a:t>Plik jest zawsze czyszczony po </a:t>
            </a:r>
            <a:r>
              <a:rPr lang="pl-PL" dirty="0" err="1"/>
              <a:t>uruhcomieniu</a:t>
            </a:r>
            <a:r>
              <a:rPr lang="pl-PL" dirty="0"/>
              <a:t> </a:t>
            </a:r>
            <a:endParaRPr lang="en-US" dirty="0"/>
          </a:p>
          <a:p>
            <a:r>
              <a:rPr lang="en-US" dirty="0" err="1"/>
              <a:t>Funkcja</a:t>
            </a:r>
            <a:r>
              <a:rPr lang="en-US" dirty="0"/>
              <a:t> </a:t>
            </a:r>
            <a:r>
              <a:rPr lang="en-US" dirty="0" err="1"/>
              <a:t>loguje</a:t>
            </a:r>
            <a:r>
              <a:rPr lang="en-US" dirty="0"/>
              <a:t> date </a:t>
            </a:r>
            <a:r>
              <a:rPr lang="en-US" dirty="0" err="1"/>
              <a:t>wystapienia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zawiera</a:t>
            </a:r>
            <a:r>
              <a:rPr lang="en-US" dirty="0"/>
              <a:t> </a:t>
            </a:r>
            <a:r>
              <a:rPr lang="en-US" dirty="0" err="1"/>
              <a:t>poziom</a:t>
            </a:r>
            <a:r>
              <a:rPr lang="en-US" dirty="0"/>
              <a:t> </a:t>
            </a:r>
            <a:r>
              <a:rPr lang="en-US" dirty="0" err="1"/>
              <a:t>logowanie</a:t>
            </a:r>
            <a:r>
              <a:rPr lang="en-US" dirty="0"/>
              <a:t> info warning </a:t>
            </a:r>
            <a:r>
              <a:rPr lang="en-US" dirty="0" err="1"/>
              <a:t>badz</a:t>
            </a:r>
            <a:r>
              <a:rPr lang="en-US" dirty="0"/>
              <a:t> error.</a:t>
            </a:r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1426C1B-6E7C-F57F-0344-40C636893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96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304C-07DD-770E-0CCB-37265B2D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55E2399-A84C-B760-0E37-93F77EBA4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E06CD1C-9B3E-5B7F-DBA4-21D8F83D2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Funkcja</a:t>
            </a:r>
            <a:r>
              <a:rPr lang="en-US" dirty="0"/>
              <a:t> </a:t>
            </a:r>
            <a:r>
              <a:rPr lang="en-US" dirty="0" err="1"/>
              <a:t>odpowiada</a:t>
            </a:r>
            <a:r>
              <a:rPr lang="en-US" dirty="0"/>
              <a:t> za </a:t>
            </a:r>
            <a:r>
              <a:rPr lang="en-US" dirty="0" err="1"/>
              <a:t>uzyskanie</a:t>
            </a:r>
            <a:r>
              <a:rPr lang="en-US" dirty="0"/>
              <a:t> </a:t>
            </a:r>
            <a:r>
              <a:rPr lang="en-US" dirty="0" err="1"/>
              <a:t>accesstokenu</a:t>
            </a:r>
            <a:r>
              <a:rPr lang="en-US" dirty="0"/>
              <a:t> do </a:t>
            </a:r>
            <a:r>
              <a:rPr lang="en-US" dirty="0" err="1"/>
              <a:t>dalszych</a:t>
            </a:r>
            <a:r>
              <a:rPr lang="en-US" dirty="0"/>
              <a:t> </a:t>
            </a:r>
            <a:r>
              <a:rPr lang="en-US" dirty="0" err="1"/>
              <a:t>operacji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grupach</a:t>
            </a:r>
            <a:r>
              <a:rPr lang="en-US" dirty="0"/>
              <a:t> I </a:t>
            </a:r>
            <a:r>
              <a:rPr lang="en-US" dirty="0" err="1"/>
              <a:t>czlonkach</a:t>
            </a:r>
            <a:r>
              <a:rPr lang="en-US" dirty="0"/>
              <a:t> bp</a:t>
            </a:r>
          </a:p>
          <a:p>
            <a:r>
              <a:rPr lang="en-US" dirty="0" err="1"/>
              <a:t>Przyjmuje</a:t>
            </a:r>
            <a:r>
              <a:rPr lang="en-US" dirty="0"/>
              <a:t> </a:t>
            </a:r>
            <a:r>
              <a:rPr lang="en-US" dirty="0" err="1"/>
              <a:t>parametry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 </a:t>
            </a:r>
          </a:p>
          <a:p>
            <a:r>
              <a:rPr lang="en-US" dirty="0" err="1"/>
              <a:t>Clientid</a:t>
            </a:r>
            <a:endParaRPr lang="en-US" dirty="0"/>
          </a:p>
          <a:p>
            <a:r>
              <a:rPr lang="en-US" dirty="0"/>
              <a:t>Client secret </a:t>
            </a:r>
          </a:p>
          <a:p>
            <a:r>
              <a:rPr lang="en-US" dirty="0" err="1"/>
              <a:t>Nastepnie</a:t>
            </a:r>
            <a:r>
              <a:rPr lang="en-US" dirty="0"/>
              <a:t> jest </a:t>
            </a:r>
            <a:r>
              <a:rPr lang="en-US" dirty="0" err="1"/>
              <a:t>uzywana</a:t>
            </a:r>
            <a:r>
              <a:rPr lang="en-US" dirty="0"/>
              <a:t> w </a:t>
            </a:r>
            <a:r>
              <a:rPr lang="en-US" dirty="0" err="1"/>
              <a:t>pozostalych</a:t>
            </a:r>
            <a:r>
              <a:rPr lang="en-US" dirty="0"/>
              <a:t> </a:t>
            </a:r>
            <a:r>
              <a:rPr lang="en-US" dirty="0" err="1"/>
              <a:t>funkcjach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3E32088-72B6-8EEB-6FFB-F3F4E002C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66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C175-73AE-447A-0F5C-95B761FAB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C6256C1-B0F7-9DD6-E171-268586456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783FA72-6218-105A-72C6-39C7369F6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Funkcja</a:t>
            </a:r>
            <a:r>
              <a:rPr lang="en-US" dirty="0"/>
              <a:t> get group – </a:t>
            </a:r>
            <a:r>
              <a:rPr lang="en-US" dirty="0" err="1"/>
              <a:t>pobiera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ze </a:t>
            </a:r>
            <a:r>
              <a:rPr lang="en-US" dirty="0" err="1"/>
              <a:t>srodowiska</a:t>
            </a:r>
            <a:r>
              <a:rPr lang="en-US" dirty="0"/>
              <a:t> </a:t>
            </a:r>
            <a:r>
              <a:rPr lang="en-US" dirty="0" err="1"/>
              <a:t>zrodlowego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docelowego</a:t>
            </a:r>
            <a:r>
              <a:rPr lang="en-US" dirty="0"/>
              <a:t> </a:t>
            </a:r>
          </a:p>
          <a:p>
            <a:r>
              <a:rPr lang="en-US" dirty="0"/>
              <a:t>Za </a:t>
            </a:r>
            <a:r>
              <a:rPr lang="en-US" dirty="0" err="1"/>
              <a:t>pomoca</a:t>
            </a:r>
            <a:r>
              <a:rPr lang="en-US" dirty="0"/>
              <a:t> </a:t>
            </a:r>
            <a:r>
              <a:rPr lang="en-US" dirty="0" err="1"/>
              <a:t>paginacji</a:t>
            </a:r>
            <a:r>
              <a:rPr lang="en-US" dirty="0"/>
              <a:t> </a:t>
            </a:r>
          </a:p>
          <a:p>
            <a:r>
              <a:rPr lang="en-US" dirty="0" err="1"/>
              <a:t>Grupy</a:t>
            </a:r>
            <a:r>
              <a:rPr lang="en-US" dirty="0"/>
              <a:t> </a:t>
            </a:r>
            <a:r>
              <a:rPr lang="en-US" dirty="0" err="1"/>
              <a:t>zwracane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za </a:t>
            </a:r>
            <a:r>
              <a:rPr lang="en-US" dirty="0" err="1"/>
              <a:t>pomoca</a:t>
            </a:r>
            <a:r>
              <a:rPr lang="en-US" dirty="0"/>
              <a:t> </a:t>
            </a:r>
            <a:r>
              <a:rPr lang="en-US" dirty="0" err="1"/>
              <a:t>zmiennej</a:t>
            </a:r>
            <a:r>
              <a:rPr lang="en-US" dirty="0"/>
              <a:t> $</a:t>
            </a:r>
            <a:r>
              <a:rPr lang="en-US" dirty="0" err="1"/>
              <a:t>allGroups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A3C27C5-0A35-B24F-7DB0-1B838B1E4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17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B5787-2BB5-6370-DE7D-A9A0D05C3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4A5128C-8C8C-4847-8E4E-177E93055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8313A49-FB1D-6879-AFC4-23D7A2188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Funkcja</a:t>
            </a:r>
            <a:r>
              <a:rPr lang="en-US" dirty="0"/>
              <a:t> get group – </a:t>
            </a:r>
            <a:r>
              <a:rPr lang="en-US" dirty="0" err="1"/>
              <a:t>pobiera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ze </a:t>
            </a:r>
            <a:r>
              <a:rPr lang="en-US" dirty="0" err="1"/>
              <a:t>sordowiksa</a:t>
            </a:r>
            <a:r>
              <a:rPr lang="en-US" dirty="0"/>
              <a:t> </a:t>
            </a:r>
            <a:r>
              <a:rPr lang="en-US" dirty="0" err="1"/>
              <a:t>zrodlowego</a:t>
            </a:r>
            <a:r>
              <a:rPr lang="en-US" dirty="0"/>
              <a:t>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docelowego</a:t>
            </a:r>
            <a:r>
              <a:rPr lang="en-US" dirty="0"/>
              <a:t> </a:t>
            </a:r>
          </a:p>
          <a:p>
            <a:r>
              <a:rPr lang="en-US" dirty="0"/>
              <a:t>Za </a:t>
            </a:r>
            <a:r>
              <a:rPr lang="en-US" dirty="0" err="1"/>
              <a:t>pomoca</a:t>
            </a:r>
            <a:r>
              <a:rPr lang="en-US" dirty="0"/>
              <a:t> </a:t>
            </a:r>
            <a:r>
              <a:rPr lang="en-US" dirty="0" err="1"/>
              <a:t>paginacji</a:t>
            </a:r>
            <a:r>
              <a:rPr lang="en-US" dirty="0"/>
              <a:t> </a:t>
            </a:r>
          </a:p>
          <a:p>
            <a:r>
              <a:rPr lang="en-US" dirty="0" err="1"/>
              <a:t>Grupy</a:t>
            </a:r>
            <a:r>
              <a:rPr lang="en-US" dirty="0"/>
              <a:t> </a:t>
            </a:r>
            <a:r>
              <a:rPr lang="en-US" dirty="0" err="1"/>
              <a:t>zwracane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za </a:t>
            </a:r>
            <a:r>
              <a:rPr lang="en-US" dirty="0" err="1"/>
              <a:t>pomoca</a:t>
            </a:r>
            <a:r>
              <a:rPr lang="en-US" dirty="0"/>
              <a:t> </a:t>
            </a:r>
            <a:r>
              <a:rPr lang="en-US" dirty="0" err="1"/>
              <a:t>zmiennej</a:t>
            </a:r>
            <a:r>
              <a:rPr lang="en-US" dirty="0"/>
              <a:t> $</a:t>
            </a:r>
            <a:r>
              <a:rPr lang="en-US" dirty="0" err="1"/>
              <a:t>allGroups</a:t>
            </a:r>
            <a:endParaRPr lang="en-US" dirty="0"/>
          </a:p>
          <a:p>
            <a:r>
              <a:rPr lang="en-US" dirty="0" err="1"/>
              <a:t>Funkcja</a:t>
            </a:r>
            <a:r>
              <a:rPr lang="en-US" dirty="0"/>
              <a:t> </a:t>
            </a:r>
            <a:r>
              <a:rPr lang="en-US" dirty="0" err="1"/>
              <a:t>zwraca</a:t>
            </a:r>
            <a:r>
              <a:rPr lang="en-US" dirty="0"/>
              <a:t> </a:t>
            </a:r>
            <a:r>
              <a:rPr lang="en-US" dirty="0" err="1"/>
              <a:t>ilosc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 ze </a:t>
            </a:r>
            <a:r>
              <a:rPr lang="en-US" dirty="0" err="1"/>
              <a:t>srodowiska</a:t>
            </a:r>
            <a:r>
              <a:rPr lang="en-US" dirty="0"/>
              <a:t> </a:t>
            </a:r>
            <a:r>
              <a:rPr lang="en-US" dirty="0" err="1"/>
              <a:t>zrodlowego</a:t>
            </a:r>
            <a:r>
              <a:rPr lang="en-US" dirty="0"/>
              <a:t> 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en-US" dirty="0" err="1"/>
              <a:t>docelowego</a:t>
            </a:r>
            <a:r>
              <a:rPr lang="en-US" dirty="0"/>
              <a:t> </a:t>
            </a:r>
          </a:p>
          <a:p>
            <a:r>
              <a:rPr lang="en-US" dirty="0"/>
              <a:t>A </a:t>
            </a:r>
            <a:r>
              <a:rPr lang="en-US" dirty="0" err="1"/>
              <a:t>takze</a:t>
            </a:r>
            <a:r>
              <a:rPr lang="en-US" dirty="0"/>
              <a:t> </a:t>
            </a:r>
            <a:r>
              <a:rPr lang="en-US" dirty="0" err="1"/>
              <a:t>wypisuje</a:t>
            </a:r>
            <a:r>
              <a:rPr lang="en-US" dirty="0"/>
              <a:t> </a:t>
            </a:r>
            <a:r>
              <a:rPr lang="en-US" dirty="0" err="1"/>
              <a:t>roznice</a:t>
            </a:r>
            <a:r>
              <a:rPr lang="en-US" dirty="0"/>
              <a:t> </a:t>
            </a:r>
            <a:r>
              <a:rPr lang="en-US" dirty="0" err="1"/>
              <a:t>grup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obu</a:t>
            </a:r>
            <a:r>
              <a:rPr lang="en-US" dirty="0"/>
              <a:t> </a:t>
            </a:r>
            <a:r>
              <a:rPr lang="en-US" dirty="0" err="1"/>
              <a:t>srodowiskach</a:t>
            </a:r>
            <a:r>
              <a:rPr lang="en-US" dirty="0"/>
              <a:t>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B609B6B-A111-B288-69FB-DFBCF7E78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361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C984-9F66-F9BE-B36A-0FEB0852A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080680A-1306-5FEE-5DCC-456001D6D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2EC1BE9-AD6B-1B90-2D20-C7F08B504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r>
              <a:rPr lang="en-US" dirty="0" err="1"/>
              <a:t>Funkcja</a:t>
            </a:r>
            <a:r>
              <a:rPr lang="en-US" dirty="0"/>
              <a:t> new group </a:t>
            </a:r>
          </a:p>
          <a:p>
            <a:r>
              <a:rPr lang="en-US" dirty="0"/>
              <a:t>Za </a:t>
            </a:r>
            <a:r>
              <a:rPr lang="en-US" dirty="0" err="1"/>
              <a:t>pomoca</a:t>
            </a:r>
            <a:r>
              <a:rPr lang="en-US" dirty="0"/>
              <a:t> </a:t>
            </a:r>
            <a:r>
              <a:rPr lang="en-US" dirty="0" err="1"/>
              <a:t>funkcji</a:t>
            </a:r>
            <a:r>
              <a:rPr lang="en-US" dirty="0"/>
              <a:t> </a:t>
            </a:r>
            <a:r>
              <a:rPr lang="en-US" dirty="0" err="1"/>
              <a:t>mozna</a:t>
            </a:r>
            <a:r>
              <a:rPr lang="en-US" dirty="0"/>
              <a:t> </a:t>
            </a:r>
            <a:r>
              <a:rPr lang="en-US" dirty="0" err="1"/>
              <a:t>stworzyc</a:t>
            </a:r>
            <a:r>
              <a:rPr lang="en-US" dirty="0"/>
              <a:t> </a:t>
            </a:r>
            <a:r>
              <a:rPr lang="en-US" dirty="0" err="1"/>
              <a:t>brakuje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srodowisku</a:t>
            </a:r>
            <a:r>
              <a:rPr lang="en-US" dirty="0"/>
              <a:t> </a:t>
            </a:r>
            <a:r>
              <a:rPr lang="en-US" dirty="0" err="1"/>
              <a:t>docelowym</a:t>
            </a:r>
            <a:r>
              <a:rPr lang="en-US" dirty="0"/>
              <a:t> </a:t>
            </a:r>
          </a:p>
          <a:p>
            <a:r>
              <a:rPr lang="en-US" dirty="0" err="1"/>
              <a:t>Funkcja</a:t>
            </a:r>
            <a:r>
              <a:rPr lang="en-US" dirty="0"/>
              <a:t> </a:t>
            </a:r>
            <a:r>
              <a:rPr lang="en-US" dirty="0" err="1"/>
              <a:t>przyjmuje</a:t>
            </a:r>
            <a:r>
              <a:rPr lang="en-US" dirty="0"/>
              <a:t> </a:t>
            </a:r>
            <a:r>
              <a:rPr lang="en-US" dirty="0" err="1"/>
              <a:t>nastepujace</a:t>
            </a:r>
            <a:r>
              <a:rPr lang="en-US" dirty="0"/>
              <a:t> </a:t>
            </a:r>
            <a:r>
              <a:rPr lang="en-US" dirty="0" err="1"/>
              <a:t>parametry</a:t>
            </a:r>
            <a:r>
              <a:rPr lang="en-US" dirty="0"/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[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[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clientSecret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[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groupToCreate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/>
              <a:t>Oraz </a:t>
            </a:r>
            <a:r>
              <a:rPr lang="en-US" dirty="0" err="1"/>
              <a:t>wywoluje</a:t>
            </a:r>
            <a:r>
              <a:rPr lang="en-US" dirty="0"/>
              <a:t> </a:t>
            </a:r>
            <a:r>
              <a:rPr lang="en-US" dirty="0" err="1"/>
              <a:t>funkcje</a:t>
            </a:r>
            <a:r>
              <a:rPr lang="en-US" dirty="0"/>
              <a:t> get-</a:t>
            </a:r>
            <a:r>
              <a:rPr lang="en-US" dirty="0" err="1"/>
              <a:t>accesstoken</a:t>
            </a:r>
            <a:r>
              <a:rPr lang="en-US" dirty="0"/>
              <a:t> </a:t>
            </a:r>
          </a:p>
          <a:p>
            <a:r>
              <a:rPr lang="en-US" dirty="0" err="1"/>
              <a:t>Funkcje</a:t>
            </a:r>
            <a:r>
              <a:rPr lang="en-US" dirty="0"/>
              <a:t> w </a:t>
            </a:r>
            <a:r>
              <a:rPr lang="en-US" dirty="0" err="1"/>
              <a:t>petli</a:t>
            </a:r>
            <a:r>
              <a:rPr lang="en-US" dirty="0"/>
              <a:t> </a:t>
            </a:r>
            <a:r>
              <a:rPr lang="en-US" dirty="0" err="1"/>
              <a:t>tworzy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bps </a:t>
            </a:r>
            <a:r>
              <a:rPr lang="en-US" dirty="0" err="1"/>
              <a:t>ogolnie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bps </a:t>
            </a:r>
            <a:r>
              <a:rPr lang="en-US" dirty="0" err="1"/>
              <a:t>wymagaja</a:t>
            </a:r>
            <a:r>
              <a:rPr lang="en-US" dirty="0"/>
              <a:t> </a:t>
            </a:r>
            <a:r>
              <a:rPr lang="en-US" dirty="0" err="1"/>
              <a:t>maile</a:t>
            </a:r>
            <a:r>
              <a:rPr lang="en-US" dirty="0"/>
              <a:t> </a:t>
            </a:r>
            <a:r>
              <a:rPr lang="en-US" dirty="0" err="1"/>
              <a:t>tylko</a:t>
            </a:r>
            <a:r>
              <a:rPr lang="en-US" dirty="0"/>
              <a:t> w public </a:t>
            </a:r>
            <a:r>
              <a:rPr lang="en-US" dirty="0" err="1"/>
              <a:t>api</a:t>
            </a:r>
            <a:r>
              <a:rPr lang="en-US" dirty="0"/>
              <a:t> co jest </a:t>
            </a:r>
            <a:r>
              <a:rPr lang="en-US" dirty="0" err="1"/>
              <a:t>zjebane</a:t>
            </a:r>
            <a:r>
              <a:rPr lang="en-US" dirty="0"/>
              <a:t> </a:t>
            </a:r>
            <a:r>
              <a:rPr lang="en-US" dirty="0" err="1"/>
              <a:t>dlatego</a:t>
            </a:r>
            <a:r>
              <a:rPr lang="en-US" dirty="0"/>
              <a:t> jest </a:t>
            </a:r>
            <a:r>
              <a:rPr lang="en-US" dirty="0" err="1"/>
              <a:t>ustawieni</a:t>
            </a:r>
            <a:r>
              <a:rPr lang="en-US" dirty="0"/>
              <a:t> </a:t>
            </a:r>
            <a:r>
              <a:rPr lang="en-US" dirty="0" err="1"/>
              <a:t>maile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podstawi</a:t>
            </a:r>
            <a:r>
              <a:rPr lang="en-US" dirty="0"/>
              <a:t> </a:t>
            </a:r>
            <a:r>
              <a:rPr lang="en-US" dirty="0" err="1"/>
              <a:t>bpsid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</a:t>
            </a:r>
          </a:p>
          <a:p>
            <a:r>
              <a:rPr lang="en-US" dirty="0" err="1"/>
              <a:t>Zostala</a:t>
            </a:r>
            <a:r>
              <a:rPr lang="en-US" dirty="0"/>
              <a:t> </a:t>
            </a:r>
            <a:r>
              <a:rPr lang="en-US" dirty="0" err="1"/>
              <a:t>dodaenkodwanie</a:t>
            </a:r>
            <a:r>
              <a:rPr lang="en-US" dirty="0"/>
              <a:t> do utf8 aby </a:t>
            </a:r>
            <a:r>
              <a:rPr lang="en-US" dirty="0" err="1"/>
              <a:t>dzialaly</a:t>
            </a:r>
            <a:r>
              <a:rPr lang="en-US" dirty="0"/>
              <a:t> Polskie </a:t>
            </a:r>
            <a:r>
              <a:rPr lang="en-US" dirty="0" err="1"/>
              <a:t>znaki</a:t>
            </a:r>
            <a:r>
              <a:rPr lang="en-US" dirty="0"/>
              <a:t>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593457C-4B20-795F-3D76-F27D7AE80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45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E7EF-EF45-0A85-1874-71F25459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E71FB22-A187-7C77-79D2-EBEDB4425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048F995-B1F5-D466-C07D-850347CC8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Wywolanie</a:t>
            </a:r>
            <a:r>
              <a:rPr lang="en-US" dirty="0"/>
              <a:t> </a:t>
            </a:r>
            <a:r>
              <a:rPr lang="en-US" dirty="0" err="1"/>
              <a:t>funkcji</a:t>
            </a:r>
            <a:r>
              <a:rPr lang="en-US" dirty="0"/>
              <a:t> </a:t>
            </a:r>
            <a:r>
              <a:rPr lang="en-US" dirty="0" err="1"/>
              <a:t>wyglada</a:t>
            </a:r>
            <a:r>
              <a:rPr lang="en-US" dirty="0"/>
              <a:t> w </a:t>
            </a:r>
            <a:r>
              <a:rPr lang="en-US" dirty="0" err="1"/>
              <a:t>sposob</a:t>
            </a:r>
            <a:r>
              <a:rPr lang="en-US" dirty="0"/>
              <a:t> </a:t>
            </a:r>
            <a:r>
              <a:rPr lang="en-US" dirty="0" err="1"/>
              <a:t>nastepujacy</a:t>
            </a:r>
            <a:r>
              <a:rPr lang="en-US" dirty="0"/>
              <a:t>:</a:t>
            </a:r>
          </a:p>
          <a:p>
            <a:r>
              <a:rPr lang="en-US" dirty="0" err="1"/>
              <a:t>Uzytkownik</a:t>
            </a:r>
            <a:r>
              <a:rPr lang="en-US" dirty="0"/>
              <a:t> jest </a:t>
            </a:r>
            <a:r>
              <a:rPr lang="en-US" dirty="0" err="1"/>
              <a:t>pytany</a:t>
            </a:r>
            <a:r>
              <a:rPr lang="en-US" dirty="0"/>
              <a:t> </a:t>
            </a:r>
            <a:r>
              <a:rPr lang="en-US" dirty="0" err="1"/>
              <a:t>cz</a:t>
            </a:r>
            <a:r>
              <a:rPr lang="pl-PL" dirty="0"/>
              <a:t>y</a:t>
            </a:r>
            <a:r>
              <a:rPr lang="en-US" dirty="0"/>
              <a:t> </a:t>
            </a:r>
            <a:r>
              <a:rPr lang="en-US" dirty="0" err="1"/>
              <a:t>chce</a:t>
            </a:r>
            <a:r>
              <a:rPr lang="en-US" dirty="0"/>
              <a:t> </a:t>
            </a:r>
            <a:r>
              <a:rPr lang="en-US" dirty="0" err="1"/>
              <a:t>stworzyc</a:t>
            </a:r>
            <a:r>
              <a:rPr lang="en-US" dirty="0"/>
              <a:t> </a:t>
            </a:r>
            <a:r>
              <a:rPr lang="pl-PL" dirty="0" err="1"/>
              <a:t>brakujace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drugim</a:t>
            </a:r>
            <a:r>
              <a:rPr lang="en-US" dirty="0"/>
              <a:t> </a:t>
            </a:r>
            <a:r>
              <a:rPr lang="en-US" dirty="0" err="1"/>
              <a:t>srodowisku</a:t>
            </a:r>
            <a:r>
              <a:rPr lang="en-US" dirty="0"/>
              <a:t> </a:t>
            </a:r>
            <a:r>
              <a:rPr lang="pl-PL" dirty="0" err="1"/>
              <a:t>nastepnie</a:t>
            </a:r>
            <a:r>
              <a:rPr lang="en-US" dirty="0"/>
              <a:t> </a:t>
            </a:r>
            <a:r>
              <a:rPr lang="en-US" dirty="0" err="1"/>
              <a:t>wywolywane</a:t>
            </a:r>
            <a:r>
              <a:rPr lang="en-US" dirty="0"/>
              <a:t> </a:t>
            </a:r>
            <a:r>
              <a:rPr lang="pl-PL" dirty="0"/>
              <a:t>jest tworzenie grup z przekazanymi parametrami </a:t>
            </a:r>
            <a:r>
              <a:rPr lang="en-US" dirty="0" err="1"/>
              <a:t>oraz</a:t>
            </a:r>
            <a:r>
              <a:rPr lang="en-US" dirty="0"/>
              <a:t> </a:t>
            </a:r>
            <a:r>
              <a:rPr lang="pl-PL" dirty="0"/>
              <a:t>wyświetlana jest </a:t>
            </a:r>
            <a:r>
              <a:rPr lang="en-US" dirty="0"/>
              <a:t>fake </a:t>
            </a:r>
            <a:r>
              <a:rPr lang="pl-PL" dirty="0"/>
              <a:t>synchronizacja</a:t>
            </a:r>
          </a:p>
          <a:p>
            <a:endParaRPr lang="pl-PL" dirty="0"/>
          </a:p>
          <a:p>
            <a:r>
              <a:rPr lang="pl-PL" dirty="0"/>
              <a:t>Jeśli natomiast grupy nie byłby zsynchronizowane to wyświetlania jest informacja</a:t>
            </a:r>
            <a:r>
              <a:rPr lang="en-US" dirty="0"/>
              <a:t> 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9F7E420-ACC3-8680-12BA-323C1DF4B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29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251A-D155-8178-7F14-18965CE6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7FC8C04-CC9E-982F-7643-3E21CF2E4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6CDDFFD-4EF9-39BB-267F-B7DDD2ACC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Następnie w  skrypcie </a:t>
            </a:r>
            <a:r>
              <a:rPr lang="pl-PL" dirty="0" err="1"/>
              <a:t>user</a:t>
            </a:r>
            <a:r>
              <a:rPr lang="pl-PL" dirty="0"/>
              <a:t> jest pytany czy chce sprawdzić członków grup</a:t>
            </a:r>
          </a:p>
          <a:p>
            <a:r>
              <a:rPr lang="pl-PL" dirty="0"/>
              <a:t>Jeśli tak wywoływane jest porównanie członków grup środowisk  a i b </a:t>
            </a:r>
          </a:p>
          <a:p>
            <a:r>
              <a:rPr lang="pl-PL" dirty="0"/>
              <a:t>Jeśli nie wyświetlana jest informacja o </a:t>
            </a:r>
            <a:r>
              <a:rPr lang="pl-PL" dirty="0" err="1"/>
              <a:t>pominieciu</a:t>
            </a:r>
            <a:r>
              <a:rPr lang="pl-PL" dirty="0"/>
              <a:t> sprawdzania grup.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228D46C-AEBA-2A6E-6B4B-76800EFC7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88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E447C-33EC-8DA1-FDD9-B3ACC71B1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CA342EA-D17E-0DB0-D829-074FC1099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000F610-FF01-086D-F415-A62222666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Funkcja która porównuje członków grup za  pomocą zmiennych i wstawia wyniki do dwóch zmiennych </a:t>
            </a:r>
            <a:r>
              <a:rPr lang="pl-PL" dirty="0" err="1"/>
              <a:t>result</a:t>
            </a:r>
            <a:r>
              <a:rPr lang="pl-PL" dirty="0"/>
              <a:t> 1 oraz </a:t>
            </a:r>
            <a:r>
              <a:rPr lang="pl-PL" dirty="0" err="1"/>
              <a:t>result</a:t>
            </a:r>
            <a:r>
              <a:rPr lang="pl-PL" dirty="0"/>
              <a:t> 2 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9B9379A-779F-6794-5114-7DA3DA31D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77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738B-EBF4-6FCF-08DD-1EE7F4D9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4A6C268D-1F2D-9C0E-0809-368EE0AF3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A52E098-777D-2927-1D86-989F0BB16C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Funkcja w podsumowanie wyświetla różnicy w danych grupach dzięki czemu </a:t>
            </a:r>
            <a:r>
              <a:rPr lang="pl-PL" dirty="0" err="1"/>
              <a:t>user</a:t>
            </a:r>
            <a:r>
              <a:rPr lang="pl-PL" dirty="0"/>
              <a:t> wie jakich użytkowników brakuje oraz jacy są nadmiarowi 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6899B07-21D8-F4A1-8F7D-C2F9E4691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66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1000-6B13-021B-D5AC-8C5A2661D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408B6DD-B02A-56F9-69A9-99FAEA735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B885659-C88F-19AF-630C-8F1B35890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Funkcja </a:t>
            </a:r>
            <a:r>
              <a:rPr lang="pl-PL" dirty="0" err="1"/>
              <a:t>get</a:t>
            </a:r>
            <a:r>
              <a:rPr lang="pl-PL" dirty="0"/>
              <a:t> </a:t>
            </a:r>
            <a:r>
              <a:rPr lang="pl-PL" dirty="0" err="1"/>
              <a:t>user</a:t>
            </a:r>
            <a:r>
              <a:rPr lang="pl-PL" dirty="0"/>
              <a:t> która </a:t>
            </a:r>
            <a:r>
              <a:rPr lang="pl-PL" dirty="0" err="1"/>
              <a:t>sluzy</a:t>
            </a:r>
            <a:r>
              <a:rPr lang="pl-PL" dirty="0"/>
              <a:t> do sprawdzenia czy </a:t>
            </a:r>
            <a:r>
              <a:rPr lang="pl-PL" dirty="0" err="1"/>
              <a:t>user</a:t>
            </a:r>
            <a:r>
              <a:rPr lang="pl-PL" dirty="0"/>
              <a:t> istnieje na danym </a:t>
            </a:r>
            <a:r>
              <a:rPr lang="pl-PL" dirty="0" err="1"/>
              <a:t>srodwisku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1E5D9C1-4F45-DA38-B021-958E8870C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52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2EDA1-9C17-0F15-4DE9-28E48757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F3FC493-F0BA-3902-A140-DE4516B19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4EDF62F-FC40-AAB1-76A5-7B71946EE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Funkcja </a:t>
            </a:r>
            <a:r>
              <a:rPr lang="pl-PL" dirty="0" err="1"/>
              <a:t>get</a:t>
            </a:r>
            <a:r>
              <a:rPr lang="pl-PL" dirty="0"/>
              <a:t> </a:t>
            </a:r>
            <a:r>
              <a:rPr lang="pl-PL" dirty="0" err="1"/>
              <a:t>user</a:t>
            </a:r>
            <a:r>
              <a:rPr lang="pl-PL" dirty="0"/>
              <a:t> wykorzystywana jest w funkcji </a:t>
            </a:r>
            <a:r>
              <a:rPr lang="pl-PL" dirty="0" err="1"/>
              <a:t>add</a:t>
            </a:r>
            <a:r>
              <a:rPr lang="pl-PL" dirty="0"/>
              <a:t> –</a:t>
            </a:r>
            <a:r>
              <a:rPr lang="pl-PL" dirty="0" err="1"/>
              <a:t>member</a:t>
            </a:r>
            <a:r>
              <a:rPr lang="pl-PL" dirty="0"/>
              <a:t> to </a:t>
            </a:r>
            <a:r>
              <a:rPr lang="pl-PL" dirty="0" err="1"/>
              <a:t>group</a:t>
            </a:r>
            <a:r>
              <a:rPr lang="pl-PL" dirty="0"/>
              <a:t> w której sprawdzam czy </a:t>
            </a:r>
            <a:r>
              <a:rPr lang="pl-PL" dirty="0" err="1"/>
              <a:t>user</a:t>
            </a:r>
            <a:r>
              <a:rPr lang="pl-PL" dirty="0"/>
              <a:t> istniej jeśli nie </a:t>
            </a:r>
            <a:r>
              <a:rPr lang="pl-PL" dirty="0" err="1"/>
              <a:t>user</a:t>
            </a:r>
            <a:r>
              <a:rPr lang="pl-PL" dirty="0"/>
              <a:t> </a:t>
            </a:r>
            <a:r>
              <a:rPr lang="pl-PL" dirty="0" err="1"/>
              <a:t>jmoze</a:t>
            </a:r>
            <a:r>
              <a:rPr lang="pl-PL" dirty="0"/>
              <a:t> zostać </a:t>
            </a:r>
            <a:r>
              <a:rPr lang="pl-PL" dirty="0" err="1"/>
              <a:t>stworzoyn</a:t>
            </a:r>
            <a:r>
              <a:rPr lang="pl-PL" dirty="0"/>
              <a:t> jako </a:t>
            </a:r>
            <a:r>
              <a:rPr lang="pl-PL" dirty="0" err="1"/>
              <a:t>bps</a:t>
            </a:r>
            <a:r>
              <a:rPr lang="pl-PL" dirty="0"/>
              <a:t> </a:t>
            </a:r>
            <a:r>
              <a:rPr lang="pl-PL" dirty="0" err="1"/>
              <a:t>user</a:t>
            </a:r>
            <a:r>
              <a:rPr lang="pl-PL" dirty="0"/>
              <a:t> 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15A179B-711E-90DE-1714-97FDDB685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959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FAD9-5E72-B228-D87F-1A196E203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DB63EFF-BC3D-7722-B737-16186646D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222C443-2022-0901-A4BF-7BED4E56D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skrypcie istnieją również funkcje dzięki którym można usunąć nadmiarowe grupy ze środowiska b 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6362F9A-EF9A-4CF5-FF30-8DA5620EC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852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8FD0B-B246-1FB0-C357-237C8F14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96D6C52-4720-BD83-1B31-22BBA6D10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EC0BFEC-AC8D-FE23-AC0B-85D716612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Remove</a:t>
            </a:r>
            <a:r>
              <a:rPr lang="pl-PL" dirty="0"/>
              <a:t> </a:t>
            </a:r>
            <a:r>
              <a:rPr lang="pl-PL" dirty="0" err="1"/>
              <a:t>member</a:t>
            </a:r>
            <a:r>
              <a:rPr lang="pl-PL" dirty="0"/>
              <a:t> jeśli skrypt wykryje ze w danej grupie istnieje jakiś inny </a:t>
            </a:r>
            <a:r>
              <a:rPr lang="pl-PL" dirty="0" err="1"/>
              <a:t>user</a:t>
            </a:r>
            <a:r>
              <a:rPr lang="pl-PL" dirty="0"/>
              <a:t> to zapyta </a:t>
            </a:r>
            <a:r>
              <a:rPr lang="pl-PL" dirty="0" err="1"/>
              <a:t>user</a:t>
            </a:r>
            <a:r>
              <a:rPr lang="pl-PL" dirty="0"/>
              <a:t> o to czy go usunąć ze środowiska docelowego.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B240CFD-F64F-0771-427B-0849D4AA4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3479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Przechodzac</a:t>
            </a:r>
            <a:r>
              <a:rPr lang="en-US" dirty="0"/>
              <a:t> do </a:t>
            </a:r>
            <a:r>
              <a:rPr lang="en-US" dirty="0" err="1"/>
              <a:t>dzialanie</a:t>
            </a:r>
            <a:r>
              <a:rPr lang="en-US" dirty="0"/>
              <a:t> </a:t>
            </a:r>
            <a:r>
              <a:rPr lang="en-US" dirty="0" err="1"/>
              <a:t>skryptu</a:t>
            </a:r>
            <a:r>
              <a:rPr lang="en-US" dirty="0"/>
              <a:t> </a:t>
            </a:r>
            <a:r>
              <a:rPr lang="en-US" dirty="0" err="1"/>
              <a:t>mozna</a:t>
            </a:r>
            <a:r>
              <a:rPr lang="en-US" dirty="0"/>
              <a:t> go </a:t>
            </a:r>
            <a:r>
              <a:rPr lang="en-US" dirty="0" err="1"/>
              <a:t>wykorzystac</a:t>
            </a:r>
            <a:r>
              <a:rPr lang="en-US" dirty="0"/>
              <a:t> w </a:t>
            </a:r>
            <a:r>
              <a:rPr lang="en-US" dirty="0" err="1"/>
              <a:t>sytuacji</a:t>
            </a:r>
            <a:r>
              <a:rPr lang="en-US" dirty="0"/>
              <a:t> w </a:t>
            </a:r>
            <a:r>
              <a:rPr lang="en-US" dirty="0" err="1"/>
              <a:t>ktorej</a:t>
            </a:r>
            <a:r>
              <a:rPr lang="en-US" dirty="0"/>
              <a:t> ze </a:t>
            </a:r>
            <a:r>
              <a:rPr lang="en-US" dirty="0" err="1"/>
              <a:t>srodowiska</a:t>
            </a:r>
            <a:r>
              <a:rPr lang="en-US" dirty="0"/>
              <a:t> a -&gt; </a:t>
            </a:r>
            <a:r>
              <a:rPr lang="en-US" dirty="0" err="1"/>
              <a:t>migrujemy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en-US" dirty="0"/>
              <a:t> bps </a:t>
            </a:r>
            <a:r>
              <a:rPr lang="en-US" dirty="0" err="1"/>
              <a:t>oraz</a:t>
            </a:r>
            <a:r>
              <a:rPr lang="en-US" dirty="0"/>
              <a:t> ich </a:t>
            </a:r>
            <a:r>
              <a:rPr lang="en-US" dirty="0" err="1"/>
              <a:t>czlonkow</a:t>
            </a:r>
            <a:r>
              <a:rPr lang="en-US" dirty="0"/>
              <a:t> do </a:t>
            </a:r>
            <a:r>
              <a:rPr lang="en-US" dirty="0" err="1"/>
              <a:t>srodowisk</a:t>
            </a:r>
            <a:r>
              <a:rPr lang="pl-PL" dirty="0"/>
              <a:t>a</a:t>
            </a:r>
            <a:r>
              <a:rPr lang="en-US" dirty="0"/>
              <a:t> b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55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Srodowisko</a:t>
            </a:r>
            <a:r>
              <a:rPr lang="pl-PL" dirty="0"/>
              <a:t> A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02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AF72-EDD3-AD6B-0D46-FE27D127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3727D38-0DB4-7647-D7EF-D4EAABC65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0C93083-65B3-D187-DE5A-B488EC1AA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Srodowiska</a:t>
            </a:r>
            <a:r>
              <a:rPr lang="pl-PL" dirty="0"/>
              <a:t> B z brakiem grup ze </a:t>
            </a:r>
            <a:r>
              <a:rPr lang="pl-PL" dirty="0" err="1"/>
              <a:t>srodiwska</a:t>
            </a:r>
            <a:r>
              <a:rPr lang="pl-PL" dirty="0"/>
              <a:t> a bądź </a:t>
            </a:r>
            <a:r>
              <a:rPr lang="pl-PL" dirty="0" err="1"/>
              <a:t>ionnymi</a:t>
            </a:r>
            <a:r>
              <a:rPr lang="pl-PL" dirty="0"/>
              <a:t> grupami niż w </a:t>
            </a:r>
            <a:r>
              <a:rPr lang="pl-PL" dirty="0" err="1"/>
              <a:t>srodowisku</a:t>
            </a:r>
            <a:r>
              <a:rPr lang="pl-PL" dirty="0"/>
              <a:t> A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EF88DF-3DDE-B846-430E-66E3B2F39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1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CB69B-7E31-EA38-CF9D-62B77027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DA2D239-0A16-1D13-088E-BA9487DA7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06E25D9-212C-2501-6DAF-5C47D5560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13A7F8E-C9F1-89FE-38B9-3956C1140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311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5BE4-6608-7114-A9BD-0D0B8CD8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9C56292-4883-1920-1CCB-960C7CC52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4485328-4367-47AC-B3AC-1B6FA4C64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Wywo</a:t>
            </a:r>
            <a:r>
              <a:rPr lang="pl-PL" dirty="0"/>
              <a:t>l</a:t>
            </a:r>
            <a:r>
              <a:rPr lang="en-US" dirty="0" err="1"/>
              <a:t>anie</a:t>
            </a:r>
            <a:r>
              <a:rPr lang="en-US" dirty="0"/>
              <a:t> jest </a:t>
            </a:r>
            <a:r>
              <a:rPr lang="en-US" dirty="0" err="1"/>
              <a:t>nastepujaco</a:t>
            </a:r>
            <a:r>
              <a:rPr lang="en-US" dirty="0"/>
              <a:t> user jest </a:t>
            </a:r>
            <a:r>
              <a:rPr lang="en-US" dirty="0" err="1"/>
              <a:t>informowany</a:t>
            </a:r>
            <a:r>
              <a:rPr lang="en-US" dirty="0"/>
              <a:t> o </a:t>
            </a:r>
            <a:r>
              <a:rPr lang="en-US" dirty="0" err="1"/>
              <a:t>uruchomieniu</a:t>
            </a:r>
            <a:r>
              <a:rPr lang="en-US" dirty="0"/>
              <a:t> </a:t>
            </a:r>
            <a:r>
              <a:rPr lang="en-US" dirty="0" err="1"/>
              <a:t>migracji</a:t>
            </a:r>
            <a:r>
              <a:rPr lang="en-US" dirty="0"/>
              <a:t> </a:t>
            </a:r>
          </a:p>
          <a:p>
            <a:r>
              <a:rPr lang="en-US" dirty="0" err="1"/>
              <a:t>Listowane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roznice</a:t>
            </a:r>
            <a:r>
              <a:rPr lang="en-US" dirty="0"/>
              <a:t> w </a:t>
            </a:r>
            <a:r>
              <a:rPr lang="en-US" dirty="0" err="1"/>
              <a:t>grupach</a:t>
            </a:r>
            <a:r>
              <a:rPr lang="en-US" dirty="0"/>
              <a:t> </a:t>
            </a:r>
            <a:r>
              <a:rPr lang="pl-PL" dirty="0"/>
              <a:t>ze środowiska A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takze</a:t>
            </a:r>
            <a:r>
              <a:rPr lang="en-US" dirty="0"/>
              <a:t> user jest </a:t>
            </a:r>
            <a:r>
              <a:rPr lang="en-US" dirty="0" err="1"/>
              <a:t>odpytywany</a:t>
            </a:r>
            <a:r>
              <a:rPr lang="en-US" dirty="0"/>
              <a:t> </a:t>
            </a:r>
            <a:r>
              <a:rPr lang="en-US" dirty="0" err="1"/>
              <a:t>czy</a:t>
            </a:r>
            <a:r>
              <a:rPr lang="en-US" dirty="0"/>
              <a:t> </a:t>
            </a:r>
            <a:r>
              <a:rPr lang="en-US" dirty="0" err="1"/>
              <a:t>chce</a:t>
            </a:r>
            <a:r>
              <a:rPr lang="en-US" dirty="0"/>
              <a:t> </a:t>
            </a:r>
            <a:r>
              <a:rPr lang="en-US" dirty="0" err="1"/>
              <a:t>stworzyc</a:t>
            </a:r>
            <a:r>
              <a:rPr lang="en-US" dirty="0"/>
              <a:t> </a:t>
            </a:r>
            <a:r>
              <a:rPr lang="en-US" dirty="0" err="1"/>
              <a:t>brakujace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pl-PL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453FA5B-0EFD-B6F3-5658-AB83B9DA6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82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2A10-8E09-1BFB-B8B2-F339CC27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268D2363-92CE-F4F7-A212-95190B44D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195FB5D0-2E44-4D47-E161-93ABB018C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Wywo</a:t>
            </a:r>
            <a:r>
              <a:rPr lang="pl-PL" dirty="0"/>
              <a:t>l</a:t>
            </a:r>
            <a:r>
              <a:rPr lang="en-US" dirty="0" err="1"/>
              <a:t>anie</a:t>
            </a:r>
            <a:r>
              <a:rPr lang="en-US" dirty="0"/>
              <a:t> jest </a:t>
            </a:r>
            <a:r>
              <a:rPr lang="en-US" dirty="0" err="1"/>
              <a:t>nastepujaco</a:t>
            </a:r>
            <a:r>
              <a:rPr lang="en-US" dirty="0"/>
              <a:t> user jest </a:t>
            </a:r>
            <a:r>
              <a:rPr lang="en-US" dirty="0" err="1"/>
              <a:t>informowany</a:t>
            </a:r>
            <a:r>
              <a:rPr lang="en-US" dirty="0"/>
              <a:t> o </a:t>
            </a:r>
            <a:r>
              <a:rPr lang="en-US" dirty="0" err="1"/>
              <a:t>uruchomieniu</a:t>
            </a:r>
            <a:r>
              <a:rPr lang="en-US" dirty="0"/>
              <a:t> </a:t>
            </a:r>
            <a:r>
              <a:rPr lang="en-US" dirty="0" err="1"/>
              <a:t>migracji</a:t>
            </a:r>
            <a:r>
              <a:rPr lang="en-US" dirty="0"/>
              <a:t> </a:t>
            </a:r>
          </a:p>
          <a:p>
            <a:r>
              <a:rPr lang="en-US" dirty="0" err="1"/>
              <a:t>Listowane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roznice</a:t>
            </a:r>
            <a:r>
              <a:rPr lang="en-US" dirty="0"/>
              <a:t> w </a:t>
            </a:r>
            <a:r>
              <a:rPr lang="en-US" dirty="0" err="1"/>
              <a:t>grupach</a:t>
            </a:r>
            <a:r>
              <a:rPr lang="en-US" dirty="0"/>
              <a:t> </a:t>
            </a:r>
            <a:r>
              <a:rPr lang="pl-PL" dirty="0"/>
              <a:t>ze środowiska A</a:t>
            </a:r>
            <a:endParaRPr lang="en-US" dirty="0"/>
          </a:p>
          <a:p>
            <a:r>
              <a:rPr lang="en-US" dirty="0"/>
              <a:t>A </a:t>
            </a:r>
            <a:r>
              <a:rPr lang="en-US" dirty="0" err="1"/>
              <a:t>takze</a:t>
            </a:r>
            <a:r>
              <a:rPr lang="en-US" dirty="0"/>
              <a:t> user jest </a:t>
            </a:r>
            <a:r>
              <a:rPr lang="en-US" dirty="0" err="1"/>
              <a:t>odpytywany</a:t>
            </a:r>
            <a:r>
              <a:rPr lang="en-US" dirty="0"/>
              <a:t> </a:t>
            </a:r>
            <a:r>
              <a:rPr lang="en-US" dirty="0" err="1"/>
              <a:t>czy</a:t>
            </a:r>
            <a:r>
              <a:rPr lang="en-US" dirty="0"/>
              <a:t> </a:t>
            </a:r>
            <a:r>
              <a:rPr lang="en-US" dirty="0" err="1"/>
              <a:t>chce</a:t>
            </a:r>
            <a:r>
              <a:rPr lang="en-US" dirty="0"/>
              <a:t> </a:t>
            </a:r>
            <a:r>
              <a:rPr lang="en-US" dirty="0" err="1"/>
              <a:t>stworzyc</a:t>
            </a:r>
            <a:r>
              <a:rPr lang="en-US" dirty="0"/>
              <a:t> </a:t>
            </a:r>
            <a:r>
              <a:rPr lang="en-US" dirty="0" err="1"/>
              <a:t>brakujace</a:t>
            </a:r>
            <a:r>
              <a:rPr lang="en-US" dirty="0"/>
              <a:t> </a:t>
            </a:r>
            <a:r>
              <a:rPr lang="en-US" dirty="0" err="1"/>
              <a:t>grupy</a:t>
            </a:r>
            <a:r>
              <a:rPr lang="pl-PL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A358F78-4B18-0B05-0A28-291076F14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47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A17C6-C918-3DCE-2648-77C22C45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83BF2A9-EF11-D613-D86C-E4F81D85E7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F464AC6-FFC2-377B-4850-A65F1DDE4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Nastepnie</a:t>
            </a:r>
            <a:r>
              <a:rPr lang="pl-PL" dirty="0"/>
              <a:t> po zatwierdzeniu operacji przez </a:t>
            </a:r>
            <a:r>
              <a:rPr lang="pl-PL" dirty="0" err="1"/>
              <a:t>usera</a:t>
            </a:r>
            <a:r>
              <a:rPr lang="pl-PL" dirty="0"/>
              <a:t> tworzone </a:t>
            </a:r>
            <a:r>
              <a:rPr lang="pl-PL" dirty="0" err="1"/>
              <a:t>sa</a:t>
            </a:r>
            <a:r>
              <a:rPr lang="pl-PL" dirty="0"/>
              <a:t> grupy a parametry grup </a:t>
            </a:r>
            <a:r>
              <a:rPr lang="pl-PL" dirty="0" err="1"/>
              <a:t>sa</a:t>
            </a:r>
            <a:r>
              <a:rPr lang="pl-PL" dirty="0"/>
              <a:t> wyświetlane 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2B56BE5-474E-96D8-C032-39127A310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72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D4BD-F40A-C723-5FD7-E41EB817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3C741D4-27DE-2201-DC71-8EC290E4E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78F27E6-9A7B-B5B3-3E6D-CD9A4D5BD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Nastepnie</a:t>
            </a:r>
            <a:r>
              <a:rPr lang="pl-PL" dirty="0"/>
              <a:t> po zatwierdzeniu operacji przez </a:t>
            </a:r>
            <a:r>
              <a:rPr lang="pl-PL" dirty="0" err="1"/>
              <a:t>usera</a:t>
            </a:r>
            <a:r>
              <a:rPr lang="pl-PL" dirty="0"/>
              <a:t> tworzone </a:t>
            </a:r>
            <a:r>
              <a:rPr lang="pl-PL" dirty="0" err="1"/>
              <a:t>sa</a:t>
            </a:r>
            <a:r>
              <a:rPr lang="pl-PL" dirty="0"/>
              <a:t> grupy a parametry grup </a:t>
            </a:r>
            <a:r>
              <a:rPr lang="pl-PL" dirty="0" err="1"/>
              <a:t>sa</a:t>
            </a:r>
            <a:r>
              <a:rPr lang="pl-PL" dirty="0"/>
              <a:t> wyświetlane 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8546B7-AD13-6D6C-E7F9-C1ED54A49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10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46B4-F054-C553-0600-13B03D12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5A28006B-9A73-859A-24F6-DDB899F7B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089612E-9ED9-32A1-EBB5-D250B3E58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386E496-DDA0-A137-5670-6AADD29A3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36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8C26-97C7-C698-B1F3-A069BC293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300AA81-ECE4-EF21-8AFF-D175822CD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C17FE8D-F7A8-FA97-F1D9-AA59CF5ED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Rezultat</a:t>
            </a:r>
            <a:r>
              <a:rPr lang="en-US" dirty="0"/>
              <a:t> w </a:t>
            </a:r>
            <a:r>
              <a:rPr lang="en-US" dirty="0" err="1"/>
              <a:t>webcon</a:t>
            </a:r>
            <a:r>
              <a:rPr lang="en-US" dirty="0"/>
              <a:t> bps </a:t>
            </a:r>
            <a:r>
              <a:rPr lang="en-US" dirty="0" err="1"/>
              <a:t>srodowisko</a:t>
            </a:r>
            <a:r>
              <a:rPr lang="en-US"/>
              <a:t> B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0CB3F2C-35C8-97C3-9162-87C03C707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400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537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04960-E72C-1EE1-9461-CF6A5316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2B61624-9B90-C814-3DB7-3A0742699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D1E9A81-9E5A-E553-55A0-9CDDB403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F1EA5A8-79DF-077C-1983-0F7A19800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81CFEA-0FDA-4081-96E8-8A4CF3101B9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85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2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8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4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4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25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5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3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18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3645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50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33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46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12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7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EFBFD-E6CB-4351-A53B-EDAB91B4FCA5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E1FD9-C3A7-4338-8DE2-90A4594B2E6E}" type="slidenum">
              <a:rPr lang="en-US" smtClean="0"/>
              <a:t>‹#›</a:t>
            </a:fld>
            <a:endParaRPr lang="en-US"/>
          </a:p>
        </p:txBody>
      </p:sp>
      <p:pic>
        <p:nvPicPr>
          <p:cNvPr id="48" name="Obraz 47" descr="Obraz zawierający zrzut ekranu, ciemność, czarne&#10;&#10;Opis wygenerowany automatycznie">
            <a:extLst>
              <a:ext uri="{FF2B5EF4-FFF2-40B4-BE49-F238E27FC236}">
                <a16:creationId xmlns:a16="http://schemas.microsoft.com/office/drawing/2014/main" id="{AABF951B-BAD6-554E-F0EC-FA0B3F38946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65" y="20018"/>
            <a:ext cx="1696549" cy="52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50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webconapps.com/pl/Scripts/MigracjaGrupBPS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698362CC-148D-A681-F09E-B7DFDEDEEFFF}"/>
              </a:ext>
            </a:extLst>
          </p:cNvPr>
          <p:cNvSpPr txBox="1"/>
          <p:nvPr/>
        </p:nvSpPr>
        <p:spPr>
          <a:xfrm>
            <a:off x="4853988" y="320041"/>
            <a:ext cx="6707084" cy="38926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l-PL" sz="6600" dirty="0"/>
              <a:t>Migracja grup BPS oraz </a:t>
            </a:r>
            <a:r>
              <a:rPr lang="en-US" sz="6600" dirty="0" err="1"/>
              <a:t>cz</a:t>
            </a:r>
            <a:r>
              <a:rPr lang="pl-PL" sz="6600" dirty="0"/>
              <a:t>ł</a:t>
            </a:r>
            <a:r>
              <a:rPr lang="en-US" sz="6600" dirty="0" err="1"/>
              <a:t>onk</a:t>
            </a:r>
            <a:r>
              <a:rPr lang="pl-PL" sz="6600" dirty="0"/>
              <a:t>ó</a:t>
            </a:r>
            <a:r>
              <a:rPr lang="en-US" sz="6600" dirty="0"/>
              <a:t>w </a:t>
            </a:r>
            <a:r>
              <a:rPr lang="en-US" sz="6600" dirty="0" err="1"/>
              <a:t>grup</a:t>
            </a:r>
            <a:r>
              <a:rPr lang="en-US" sz="6600" dirty="0"/>
              <a:t> za  </a:t>
            </a:r>
            <a:r>
              <a:rPr lang="en-US" sz="6600" dirty="0" err="1"/>
              <a:t>pomocą</a:t>
            </a:r>
            <a:r>
              <a:rPr lang="en-US" sz="6600" dirty="0"/>
              <a:t> public API </a:t>
            </a:r>
            <a:r>
              <a:rPr lang="en-US" sz="6600" dirty="0" err="1"/>
              <a:t>przy</a:t>
            </a:r>
            <a:r>
              <a:rPr lang="en-US" sz="6600" dirty="0"/>
              <a:t> </a:t>
            </a:r>
            <a:r>
              <a:rPr lang="en-US" sz="6600"/>
              <a:t>wykorzystaniu</a:t>
            </a:r>
            <a:r>
              <a:rPr lang="en-US" sz="6600" dirty="0"/>
              <a:t> PS</a:t>
            </a:r>
            <a:r>
              <a:rPr lang="pl-PL" sz="6600" dirty="0"/>
              <a:t> w WEBCON </a:t>
            </a:r>
            <a:r>
              <a:rPr lang="pl-PL" sz="6600" dirty="0">
                <a:solidFill>
                  <a:srgbClr val="FF0000"/>
                </a:solidFill>
              </a:rPr>
              <a:t>BPS</a:t>
            </a:r>
            <a:endParaRPr lang="en-US" sz="66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8859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A6D0-1252-56BF-A1AF-A9D89C47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06AC03-4506-8E9E-2F3E-B30B4124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Założenia skryptu</a:t>
            </a:r>
            <a:endParaRPr lang="en-US" b="1" dirty="0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2A560619-D4DF-E396-D66D-F6E775851448}"/>
              </a:ext>
            </a:extLst>
          </p:cNvPr>
          <p:cNvSpPr/>
          <p:nvPr/>
        </p:nvSpPr>
        <p:spPr>
          <a:xfrm>
            <a:off x="775855" y="2446327"/>
            <a:ext cx="3396376" cy="29708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27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CAD7-FC00-A0D9-6A5E-A37FE366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F3C645-B1B3-78BF-CB29-F76D19A4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/>
              <a:t>Założenia skryptu</a:t>
            </a:r>
            <a:endParaRPr lang="en-US" b="1" dirty="0"/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19EF5B47-D5B3-80E6-EC63-D4FE6A3FBBA3}"/>
              </a:ext>
            </a:extLst>
          </p:cNvPr>
          <p:cNvSpPr/>
          <p:nvPr/>
        </p:nvSpPr>
        <p:spPr>
          <a:xfrm>
            <a:off x="775855" y="2446327"/>
            <a:ext cx="3396376" cy="29708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EE635A1-570E-8CDA-CB3F-69835C32421E}"/>
              </a:ext>
            </a:extLst>
          </p:cNvPr>
          <p:cNvSpPr/>
          <p:nvPr/>
        </p:nvSpPr>
        <p:spPr>
          <a:xfrm>
            <a:off x="5264727" y="2312015"/>
            <a:ext cx="4752108" cy="3408218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48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6B2592-FFB5-EF68-AD66-1DD0152D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0219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Wymagania</a:t>
            </a:r>
            <a:r>
              <a:rPr lang="en-US" b="1" dirty="0"/>
              <a:t> </a:t>
            </a:r>
            <a:r>
              <a:rPr lang="en-US" b="1" dirty="0" err="1"/>
              <a:t>wstepne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3045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E09EB-525A-C6D1-6B91-CB38B1289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7596" y="1356205"/>
            <a:ext cx="6776807" cy="414558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0669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A6C2F-B739-3486-579C-46BBA0A53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: zaokrąglone rogi 3">
            <a:extLst>
              <a:ext uri="{FF2B5EF4-FFF2-40B4-BE49-F238E27FC236}">
                <a16:creationId xmlns:a16="http://schemas.microsoft.com/office/drawing/2014/main" id="{91D43467-617B-0367-645F-73066A4B3DD2}"/>
              </a:ext>
            </a:extLst>
          </p:cNvPr>
          <p:cNvSpPr/>
          <p:nvPr/>
        </p:nvSpPr>
        <p:spPr>
          <a:xfrm>
            <a:off x="1219200" y="1822872"/>
            <a:ext cx="4253345" cy="3358727"/>
          </a:xfrm>
          <a:prstGeom prst="round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0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71C85-D0BC-CFA5-9008-C60503CF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: zaokrąglone rogi 3">
            <a:extLst>
              <a:ext uri="{FF2B5EF4-FFF2-40B4-BE49-F238E27FC236}">
                <a16:creationId xmlns:a16="http://schemas.microsoft.com/office/drawing/2014/main" id="{CCEABFC4-861E-03AD-02E4-A63A38C87E58}"/>
              </a:ext>
            </a:extLst>
          </p:cNvPr>
          <p:cNvSpPr/>
          <p:nvPr/>
        </p:nvSpPr>
        <p:spPr>
          <a:xfrm>
            <a:off x="1219200" y="1822873"/>
            <a:ext cx="4281055" cy="3372582"/>
          </a:xfrm>
          <a:prstGeom prst="round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rostokąt: zaokrąglone rogi 3">
            <a:extLst>
              <a:ext uri="{FF2B5EF4-FFF2-40B4-BE49-F238E27FC236}">
                <a16:creationId xmlns:a16="http://schemas.microsoft.com/office/drawing/2014/main" id="{1DAB2686-7720-B81C-CA59-0CF34E811FF1}"/>
              </a:ext>
            </a:extLst>
          </p:cNvPr>
          <p:cNvSpPr/>
          <p:nvPr/>
        </p:nvSpPr>
        <p:spPr>
          <a:xfrm>
            <a:off x="6220691" y="1822875"/>
            <a:ext cx="4752109" cy="3220180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4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AC01-E7EA-0666-0A15-3C600DD2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A986B3-C2B0-C621-DB4B-43DA3DA5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0219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Funkcje</a:t>
            </a:r>
            <a:r>
              <a:rPr lang="en-US" b="1" dirty="0"/>
              <a:t> w </a:t>
            </a:r>
            <a:r>
              <a:rPr lang="en-US" b="1" dirty="0" err="1"/>
              <a:t>skrypcie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3531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60F0C-7B80-09E1-2AE4-509B421BB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C15A86-EDF9-C7A6-536D-1FAB455A8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55719" y="636307"/>
            <a:ext cx="6280562" cy="558538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222788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6A5DC-A5C6-3256-69A6-C7365B22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FEFEFEF-681E-B312-F3AB-A04BE764F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073" y="67373"/>
            <a:ext cx="7719292" cy="672325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67823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5AEBB-A63C-F807-8FD7-9E1E1A52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1AD5E1E6-8D51-E4C9-D7A0-43AC9192D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994" y="175280"/>
            <a:ext cx="6033078" cy="650744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2531001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36F23-35ED-C59A-5336-7B2FB4E3D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B6580F30-007C-0721-42D5-77EEC1C78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994" y="175280"/>
            <a:ext cx="6033078" cy="650744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3" name="Picture 2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C759DBD7-BA7E-44B4-B879-78B98AB6B1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44" y="1427411"/>
            <a:ext cx="10484512" cy="400317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</p:pic>
    </p:spTree>
    <p:extLst>
      <p:ext uri="{BB962C8B-B14F-4D97-AF65-F5344CB8AC3E}">
        <p14:creationId xmlns:p14="http://schemas.microsoft.com/office/powerpoint/2010/main" val="862098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A704F-681D-3566-38E1-769B2AF14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9491235-888E-2A68-D248-518599D6A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936" y="148936"/>
            <a:ext cx="6560127" cy="656012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851548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BA270-6ADC-4E8F-2FF0-BD235283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99128F8A-79E3-FE67-6C10-16EAB98E1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56" y="174035"/>
            <a:ext cx="10598888" cy="650992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309260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CD4B91-5B8D-559E-BE6A-667B0AD2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33E8D99-9764-F94C-D064-655658DA0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177" y="2011557"/>
            <a:ext cx="11377646" cy="283488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44333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7A483-2AF5-9A05-C0C9-B3EB5EF2B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433413C-D3ED-5934-4143-380F44DA2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281" y="0"/>
            <a:ext cx="7237438" cy="6858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406145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E222D-9035-418F-7A90-B50AE452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9612148-EC82-913D-CB23-078BC6B6C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281" y="0"/>
            <a:ext cx="7237438" cy="6858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" name="Obraz 2" descr="Obraz zawierający tekst, zrzut ekranu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1B8AE8C-F206-CFD1-1D1D-4E4F7E17A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669" y="1616698"/>
            <a:ext cx="8797642" cy="4853549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2953049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7F4AE-779E-6634-58F6-76A2B1BF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86D6D5-59B3-68B9-3797-943342B7F1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7281" y="521975"/>
            <a:ext cx="7237438" cy="581404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42670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15548-C06D-9741-B637-169E5146B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AF1F87C-26D1-E420-02D5-A08CC5B8C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1089" y="0"/>
            <a:ext cx="6629822" cy="6858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940920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8E9A63-FEA5-AE73-1225-82FB86DB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F5DAA5A-F9AB-5B72-FDC1-F300B8DE1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1089" y="609218"/>
            <a:ext cx="6629822" cy="563956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147318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B07D9-AFC0-3D0A-03EE-DE74471F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94A327-2360-4470-9D06-0F2D0A503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1089" y="156816"/>
            <a:ext cx="6629822" cy="654436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256700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6B2592-FFB5-EF68-AD66-1DD0152D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0219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Dzialanie</a:t>
            </a:r>
            <a:r>
              <a:rPr lang="en-US" b="1" dirty="0"/>
              <a:t> </a:t>
            </a:r>
            <a:r>
              <a:rPr lang="en-US" b="1" dirty="0" err="1"/>
              <a:t>Skryptu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03448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917F304-D4DC-F455-A71A-89778F71A0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17" b="17517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10645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4FC7-01CB-29B6-C8B9-6263C6CA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6135CF81-70B8-AD90-80C3-D55C44E57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5" b="2185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565576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5D1D7-CB85-6AFB-0B78-4ADE7E586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82C6C63C-C553-C43C-AA1A-4E9D5F44A03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b="18394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</p:pic>
      <p:pic>
        <p:nvPicPr>
          <p:cNvPr id="4" name="Obraz 3" descr="Obraz zawierający tekst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1DBDB9E-9F6B-E83C-7950-B0C996744D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6" y="2730589"/>
            <a:ext cx="9696538" cy="1396821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</p:pic>
    </p:spTree>
    <p:extLst>
      <p:ext uri="{BB962C8B-B14F-4D97-AF65-F5344CB8AC3E}">
        <p14:creationId xmlns:p14="http://schemas.microsoft.com/office/powerpoint/2010/main" val="1112947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0B4B-FEF6-1C16-00A2-FE39DC59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DDABA9D3-D724-E9E1-FCD3-253EF4B47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b="18394"/>
          <a:stretch/>
        </p:blipFill>
        <p:spPr bwMode="auto">
          <a:xfrm>
            <a:off x="-13049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pic>
        <p:nvPicPr>
          <p:cNvPr id="4" name="Obraz 3" descr="Obraz zawierający tekst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F5E9E0B-7167-C7FF-E688-E364D6CE9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6" y="546663"/>
            <a:ext cx="7698955" cy="386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57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3E8B-F8D3-7F40-C756-5DCA28D1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02F4E846-B11D-C9CC-0B33-824506427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b="18394"/>
          <a:stretch/>
        </p:blipFill>
        <p:spPr bwMode="auto">
          <a:xfrm>
            <a:off x="-13049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pic>
        <p:nvPicPr>
          <p:cNvPr id="4" name="Obraz 3" descr="Obraz zawierający tekst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FF19208-55C4-E0AC-5CB2-D44617DF85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86" y="546663"/>
            <a:ext cx="7698955" cy="3862752"/>
          </a:xfrm>
          <a:prstGeom prst="rect">
            <a:avLst/>
          </a:prstGeom>
        </p:spPr>
      </p:pic>
      <p:pic>
        <p:nvPicPr>
          <p:cNvPr id="5" name="Obraz 4" descr="Obraz zawierający tekst, zrzut ekranu, Czcionka, li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6C2640B-9200-C6DE-D20A-1EC4B8914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450" y="4758542"/>
            <a:ext cx="7364462" cy="89810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669262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0A25C-9FE8-26BC-EAC2-D982C383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95421E59-B3B9-1AB0-4D98-553F37D79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b="18394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pic>
        <p:nvPicPr>
          <p:cNvPr id="4" name="Obraz 3" descr="Obraz zawierający tekst, zrzut ekranu, Czcionka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EB4A766A-7484-A7E5-0C82-F0B99E7B6B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1600"/>
            <a:ext cx="8331200" cy="482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7E1D-C069-13B8-B135-76876BC4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A0C1DBA0-0661-F049-5ED6-D3C969CFF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b="18394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pic>
        <p:nvPicPr>
          <p:cNvPr id="4" name="Obraz 3" descr="Obraz zawierający tekst, zrzut ekranu, Czcionka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28A6082-464F-2E0E-B75B-36D02FBE4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1600"/>
            <a:ext cx="8331200" cy="4823326"/>
          </a:xfrm>
          <a:prstGeom prst="rect">
            <a:avLst/>
          </a:prstGeom>
        </p:spPr>
      </p:pic>
      <p:pic>
        <p:nvPicPr>
          <p:cNvPr id="5" name="Obraz 4" descr="Obraz zawierający tekst, zrzut ekranu, Czcion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1384871-2DC1-2C81-A7D8-0E3E78838F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08" y="1930400"/>
            <a:ext cx="13507403" cy="4470399"/>
          </a:xfrm>
          <a:prstGeom prst="rect">
            <a:avLst/>
          </a:prstGeom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3074359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4063D-D4FD-C9BC-491D-D0D78BAE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DC730C84-FB74-0E9D-DD74-FBAA12895D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4" b="18394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60175CBB-60B6-F408-2A8E-2B2E2EBA6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67" y="2039143"/>
            <a:ext cx="9260940" cy="235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98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1E91C-8D5D-5F75-119D-0F44E149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EE5C8A61-5056-9729-5809-5D483878F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7" r="3027"/>
          <a:stretch/>
        </p:blipFill>
        <p:spPr bwMode="auto">
          <a:xfrm>
            <a:off x="0" y="0"/>
            <a:ext cx="12009284" cy="6858000"/>
          </a:xfrm>
          <a:custGeom>
            <a:avLst/>
            <a:gdLst/>
            <a:ahLst/>
            <a:cxnLst/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8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239097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9C9DD5-2A77-F30F-C76C-DC06EB59D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6797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Q&amp;</a:t>
            </a:r>
            <a:r>
              <a:rPr lang="en-US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</a:t>
            </a:r>
            <a:endParaRPr lang="en-US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612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A900-E03F-4E3C-EDD8-B8C2577FB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3827F0-55E8-2BDC-2E56-FE8AEBAD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2111"/>
            <a:ext cx="10515600" cy="3546632"/>
          </a:xfrm>
        </p:spPr>
        <p:txBody>
          <a:bodyPr/>
          <a:lstStyle/>
          <a:p>
            <a:pPr algn="ctr"/>
            <a:r>
              <a:rPr lang="pl-PL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Dokumentacja:</a:t>
            </a:r>
            <a:br>
              <a:rPr lang="pl-PL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pl-PL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Skrypt PowerShell do migracji grup oraz ich członków w WEBCON BPS | WEBCON WIKI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80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wód">
  <a:themeElements>
    <a:clrScheme name="Obwód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bwód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bwód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TM04033919[[fn=Obwód]]</Template>
  <TotalTime>12298</TotalTime>
  <Words>1133</Words>
  <Application>Microsoft Office PowerPoint</Application>
  <PresentationFormat>Panoramiczny</PresentationFormat>
  <Paragraphs>164</Paragraphs>
  <Slides>33</Slides>
  <Notes>33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33</vt:i4>
      </vt:variant>
    </vt:vector>
  </HeadingPairs>
  <TitlesOfParts>
    <vt:vector size="40" baseType="lpstr">
      <vt:lpstr>Aptos</vt:lpstr>
      <vt:lpstr>Arial</vt:lpstr>
      <vt:lpstr>Consolas</vt:lpstr>
      <vt:lpstr>Segoe UI</vt:lpstr>
      <vt:lpstr>Times New Roman</vt:lpstr>
      <vt:lpstr>Tw Cen MT</vt:lpstr>
      <vt:lpstr>Obwód</vt:lpstr>
      <vt:lpstr>Prezentacja programu PowerPoint</vt:lpstr>
      <vt:lpstr>Założenia skryptu</vt:lpstr>
      <vt:lpstr>Założenia skryptu</vt:lpstr>
      <vt:lpstr>Wymagania wstepne </vt:lpstr>
      <vt:lpstr>Prezentacja programu PowerPoint</vt:lpstr>
      <vt:lpstr>Prezentacja programu PowerPoint</vt:lpstr>
      <vt:lpstr>Prezentacja programu PowerPoint</vt:lpstr>
      <vt:lpstr>Funkcje w skrypcie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Dzialanie Skryptu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Q&amp;A</vt:lpstr>
      <vt:lpstr>Dokumentacja: Skrypt PowerShell do migracji grup oraz ich członków w WEBCON BPS | WEBCON WIKI</vt:lpstr>
    </vt:vector>
  </TitlesOfParts>
  <Company>WEBCON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Konrad Krawczyk</dc:creator>
  <cp:lastModifiedBy>Konrad Krawczyk</cp:lastModifiedBy>
  <cp:revision>234</cp:revision>
  <dcterms:created xsi:type="dcterms:W3CDTF">2024-10-08T05:21:53Z</dcterms:created>
  <dcterms:modified xsi:type="dcterms:W3CDTF">2025-10-24T12:19:34Z</dcterms:modified>
</cp:coreProperties>
</file>